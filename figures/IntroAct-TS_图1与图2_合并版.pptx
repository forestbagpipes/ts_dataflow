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9b2adea9514e60" /><Relationship Type="http://schemas.openxmlformats.org/officeDocument/2006/relationships/extended-properties" Target="/docProps/app.xml" Id="Reea64e4c9a7646c2" /><Relationship Type="http://schemas.openxmlformats.org/officeDocument/2006/relationships/officeDocument" Target="/ppt/presentation.xml" Id="R498580ad72584c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26a7aed4ce4813"/>
  </p:sldMasterIdLst>
  <p:notesMasterIdLst>
    <p:notesMasterId xmlns:r="http://schemas.openxmlformats.org/officeDocument/2006/relationships" r:id="R921812ceca3b4813"/>
  </p:notesMasterIdLst>
  <p:sldIdLst>
    <p:sldId xmlns:r="http://schemas.openxmlformats.org/officeDocument/2006/relationships" id="256" r:id="Rab3b890950084867"/>
    <p:sldId xmlns:r="http://schemas.openxmlformats.org/officeDocument/2006/relationships" id="257" r:id="R11bf64fa390e48e8"/>
  </p:sldIdLst>
  <p:sldSz cx="15240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ff5489a9f54cfc" /><Relationship Type="http://schemas.openxmlformats.org/officeDocument/2006/relationships/slideMaster" Target="/ppt/slideMasters/slideMaster1.xml" Id="R0026a7aed4ce4813" /><Relationship Type="http://schemas.openxmlformats.org/officeDocument/2006/relationships/notesMaster" Target="/ppt/notesMasters/notesMaster1.xml" Id="R921812ceca3b4813" /><Relationship Type="http://schemas.openxmlformats.org/officeDocument/2006/relationships/presProps" Target="/ppt/presProps.xml" Id="R214f571634db4128" /><Relationship Type="http://schemas.openxmlformats.org/officeDocument/2006/relationships/tableStyles" Target="/ppt/tableStyles.xml" Id="Rbc304ce95c244cf5" /><Relationship Type="http://schemas.openxmlformats.org/officeDocument/2006/relationships/slide" Target="/ppt/slides/slide1.xml" Id="Rab3b890950084867" /><Relationship Type="http://schemas.openxmlformats.org/officeDocument/2006/relationships/slide" Target="/ppt/slides/slide2.xml" Id="R11bf64fa390e48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8971ee83f34f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edae278d7044a3" /><Relationship Type="http://schemas.openxmlformats.org/officeDocument/2006/relationships/notesMaster" Target="/ppt/notesMasters/notesMaster1.xml" Id="R59ecd17b487149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8ab2b5fa6645ac" /><Relationship Type="http://schemas.openxmlformats.org/officeDocument/2006/relationships/notesMaster" Target="/ppt/notesMasters/notesMaster1.xml" Id="R05ea15fcf27847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F:/work/Time-research/work2/paper/01_introduction.zh.md</a:t>
            </a:r>
          </a:p>
          <a:p xmlns:a="http://schemas.openxmlformats.org/drawingml/2006/main">
            <a:r>
              <a:t>- F:/work/Time-research/work2/paper/03_method.zh.md</a:t>
            </a:r>
          </a:p>
          <a:p xmlns:a="http://schemas.openxmlformats.org/drawingml/2006/main">
            <a:r>
              <a:t>- User-supplied reference image: horizontal example-transformation layout only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F:/work/Time-research/work2/paper/03_method.zh.md</a:t>
            </a:r>
          </a:p>
          <a:p xmlns:a="http://schemas.openxmlformats.org/drawingml/2006/main">
            <a:r>
              <a:t>- F:/work/Time-research/work2/docs/code_overview.md</a:t>
            </a:r>
          </a:p>
          <a:p xmlns:a="http://schemas.openxmlformats.org/drawingml/2006/main">
            <a:r>
              <a:t>- F:/work/Time-research/work2/docs/claims.md</a:t>
            </a:r>
          </a:p>
          <a:p xmlns:a="http://schemas.openxmlformats.org/drawingml/2006/main">
            <a:r>
              <a:t>- F:/work/Time-research/work2/docs/shield_properties.md</a:t>
            </a:r>
          </a:p>
          <a:p xmlns:a="http://schemas.openxmlformats.org/drawingml/2006/main">
            <a:r>
              <a:t>- User-supplied reference image: stage-header/middle-detail/bottom-band layout only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1492078a584e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93ab44d88040ad" /><Relationship Type="http://schemas.openxmlformats.org/officeDocument/2006/relationships/slideLayout" Target="/ppt/slideLayouts/slideLayout1.xml" Id="R2dceac2d7abf4e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ceac2d7abf4e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2827777e043e1" /><Relationship Type="http://schemas.openxmlformats.org/officeDocument/2006/relationships/notesSlide" Target="/ppt/notesSlides/notesSlide1.xml" Id="R2e5f0adb45df4a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b37628c8e409e" /><Relationship Type="http://schemas.openxmlformats.org/officeDocument/2006/relationships/notesSlide" Target="/ppt/notesSlides/notesSlide2.xml" Id="R76c2387684694f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8" name="fig1-title">
            <a:extLst xmlns:a="http://schemas.openxmlformats.org/drawingml/2006/main">
              <a:ext uri="{FF2B5EF4-FFF2-40B4-BE49-F238E27FC236}">
                <a16:creationId xmlns:a16="http://schemas.microsoft.com/office/drawing/2014/main" id="{39DD6E00-B44C-498F-98FD-33B0241C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455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>
                <a:solidFill>
                  <a:srgbClr val="172033"/>
                </a:solidFill>
              </a:defRPr>
            </a:pPr>
            <a:r>
              <a:rPr sz="2250" b="1" i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图1  </a:t>
            </a:r>
            <a:r>
              <a:rPr sz="2250" b="1" i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同一编辑提升模型效用，却需要相反的治理决策</a:t>
            </a:r>
          </a:p>
        </p:txBody>
      </p:sp>
      <p:sp>
        <p:nvSpPr>
          <p:cNvPr id="2" name="fig1-subtitle">
            <a:extLst xmlns:a="http://schemas.openxmlformats.org/drawingml/2006/main">
              <a:ext uri="{FF2B5EF4-FFF2-40B4-BE49-F238E27FC236}">
                <a16:creationId xmlns:a16="http://schemas.microsoft.com/office/drawing/2014/main" id="{13823AEB-08EC-4DF5-B00E-E736D3C2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47700"/>
            <a:ext cx="1455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rPr>
              <a:t>孤立故障尖峰与真实极端峰值的双信号验收示例</a:t>
            </a:r>
          </a:p>
        </p:txBody>
      </p:sp>
      <p:sp>
        <p:nvSpPr>
          <p:cNvPr id="3" name="fig1-h-input">
            <a:extLst xmlns:a="http://schemas.openxmlformats.org/drawingml/2006/main">
              <a:ext uri="{FF2B5EF4-FFF2-40B4-BE49-F238E27FC236}">
                <a16:creationId xmlns:a16="http://schemas.microsoft.com/office/drawing/2014/main" id="{A2374403-9A78-4B9C-A458-DF97B462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049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2F6FB2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相似峰值窗口</a:t>
            </a:r>
          </a:p>
        </p:txBody>
      </p:sp>
      <p:sp>
        <p:nvSpPr>
          <p:cNvPr id="4" name="fig1-h-action">
            <a:extLst xmlns:a="http://schemas.openxmlformats.org/drawingml/2006/main">
              <a:ext uri="{FF2B5EF4-FFF2-40B4-BE49-F238E27FC236}">
                <a16:creationId xmlns:a16="http://schemas.microsoft.com/office/drawing/2014/main" id="{C61A8430-ABFA-4327-842B-F7F22E4D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10490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35"/>
          </a:solidFill>
          <a:ln xmlns:a="http://schemas.openxmlformats.org/drawingml/2006/main" w="9525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同一候选动作</a:t>
            </a:r>
          </a:p>
        </p:txBody>
      </p:sp>
      <p:sp>
        <p:nvSpPr>
          <p:cNvPr id="5" name="fig1-h-sandbox">
            <a:extLst xmlns:a="http://schemas.openxmlformats.org/drawingml/2006/main">
              <a:ext uri="{FF2B5EF4-FFF2-40B4-BE49-F238E27FC236}">
                <a16:creationId xmlns:a16="http://schemas.microsoft.com/office/drawing/2014/main" id="{E3A9F364-E402-4C65-81F7-AA352898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104900"/>
            <a:ext cx="371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35"/>
          </a:solidFill>
          <a:ln xmlns:a="http://schemas.openxmlformats.org/drawingml/2006/main" w="9525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沙箱副本：编辑前 / 编辑后</a:t>
            </a:r>
          </a:p>
        </p:txBody>
      </p:sp>
      <p:sp>
        <p:nvSpPr>
          <p:cNvPr id="6" name="fig1-h-decision">
            <a:extLst xmlns:a="http://schemas.openxmlformats.org/drawingml/2006/main">
              <a:ext uri="{FF2B5EF4-FFF2-40B4-BE49-F238E27FC236}">
                <a16:creationId xmlns:a16="http://schemas.microsoft.com/office/drawing/2014/main" id="{BBF3CCD5-8588-4A93-BEEF-AFE8F1BA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104900"/>
            <a:ext cx="4152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35C"/>
          </a:solidFill>
          <a:ln xmlns:a="http://schemas.openxmlformats.org/drawingml/2006/main" w="9525">
            <a:solidFill>
              <a:srgbClr val="D9635C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双信号验收与治理结果</a:t>
            </a:r>
          </a:p>
        </p:txBody>
      </p:sp>
      <p:sp>
        <p:nvSpPr>
          <p:cNvPr id="7" name="fig1-input-a">
            <a:extLst xmlns:a="http://schemas.openxmlformats.org/drawingml/2006/main">
              <a:ext uri="{FF2B5EF4-FFF2-40B4-BE49-F238E27FC236}">
                <a16:creationId xmlns:a16="http://schemas.microsoft.com/office/drawing/2014/main" id="{63F35DD0-F4FC-4AF1-B42E-A58DBFC0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676400"/>
            <a:ext cx="31432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C"/>
          </a:solidFill>
          <a:ln xmlns:a="http://schemas.openxmlformats.org/drawingml/2006/main" w="13335">
            <a:solidFill>
              <a:srgbClr val="2F6FB2"/>
            </a:solidFill>
            <a:prstDash val="solid"/>
          </a:ln>
        </p:spPr>
      </p:sp>
      <p:sp>
        <p:nvSpPr>
          <p:cNvPr id="8" name="fig1-input-a-label">
            <a:extLst xmlns:a="http://schemas.openxmlformats.org/drawingml/2006/main">
              <a:ext uri="{FF2B5EF4-FFF2-40B4-BE49-F238E27FC236}">
                <a16:creationId xmlns:a16="http://schemas.microsoft.com/office/drawing/2014/main" id="{90F06012-AD95-44F1-AE02-021EB4C8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283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FB2"/>
                </a:solidFill>
                <a:latin typeface="Microsoft YaHei"/>
                <a:ea typeface="Microsoft YaHei"/>
                <a:cs typeface="Microsoft YaHei"/>
              </a:rPr>
              <a:t>案例 A｜孤立故障尖峰</a:t>
            </a:r>
          </a:p>
        </p:txBody>
      </p:sp>
      <p:sp>
        <p:nvSpPr>
          <p:cNvPr id="9" name="fig1-input-a-wave-axis">
            <a:extLst xmlns:a="http://schemas.openxmlformats.org/drawingml/2006/main">
              <a:ext uri="{FF2B5EF4-FFF2-40B4-BE49-F238E27FC236}">
                <a16:creationId xmlns:a16="http://schemas.microsoft.com/office/drawing/2014/main" id="{EAFBB6F2-6DEE-4C9F-95FB-E159FAD4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71500" y="2838450"/>
            <a:ext cx="268605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0" name="fig1-input-a-wave-1">
            <a:extLst xmlns:a="http://schemas.openxmlformats.org/drawingml/2006/main">
              <a:ext uri="{FF2B5EF4-FFF2-40B4-BE49-F238E27FC236}">
                <a16:creationId xmlns:a16="http://schemas.microsoft.com/office/drawing/2014/main" id="{275DB78A-45A5-4542-930D-956A57F1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71500" y="2570988"/>
            <a:ext cx="223838" cy="342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11" name="fig1-input-a-wave-2">
            <a:extLst xmlns:a="http://schemas.openxmlformats.org/drawingml/2006/main">
              <a:ext uri="{FF2B5EF4-FFF2-40B4-BE49-F238E27FC236}">
                <a16:creationId xmlns:a16="http://schemas.microsoft.com/office/drawing/2014/main" id="{6736172C-AFD5-49D1-98E0-BD00C9E0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95338" y="2522982"/>
            <a:ext cx="223838" cy="480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12" name="fig1-input-a-wave-3">
            <a:extLst xmlns:a="http://schemas.openxmlformats.org/drawingml/2006/main">
              <a:ext uri="{FF2B5EF4-FFF2-40B4-BE49-F238E27FC236}">
                <a16:creationId xmlns:a16="http://schemas.microsoft.com/office/drawing/2014/main" id="{53150278-50A8-4696-A018-192C9EF2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19175" y="2481834"/>
            <a:ext cx="223838" cy="411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13" name="fig1-input-a-wave-4">
            <a:extLst xmlns:a="http://schemas.openxmlformats.org/drawingml/2006/main">
              <a:ext uri="{FF2B5EF4-FFF2-40B4-BE49-F238E27FC236}">
                <a16:creationId xmlns:a16="http://schemas.microsoft.com/office/drawing/2014/main" id="{7250F67B-BF16-4F01-A865-3D98E222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43013" y="2481834"/>
            <a:ext cx="223838" cy="205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14" name="fig1-input-a-wave-5">
            <a:extLst xmlns:a="http://schemas.openxmlformats.org/drawingml/2006/main">
              <a:ext uri="{FF2B5EF4-FFF2-40B4-BE49-F238E27FC236}">
                <a16:creationId xmlns:a16="http://schemas.microsoft.com/office/drawing/2014/main" id="{391D7D5E-8A34-499C-9DC0-0351582C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66850" y="2447544"/>
            <a:ext cx="223838" cy="548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15" name="fig1-input-a-wave-6">
            <a:extLst xmlns:a="http://schemas.openxmlformats.org/drawingml/2006/main">
              <a:ext uri="{FF2B5EF4-FFF2-40B4-BE49-F238E27FC236}">
                <a16:creationId xmlns:a16="http://schemas.microsoft.com/office/drawing/2014/main" id="{0AC2E362-F385-433D-9F9C-8FDF9CE1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90688" y="2447544"/>
            <a:ext cx="223838" cy="205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16" name="fig1-input-a-wave-7">
            <a:extLst xmlns:a="http://schemas.openxmlformats.org/drawingml/2006/main">
              <a:ext uri="{FF2B5EF4-FFF2-40B4-BE49-F238E27FC236}">
                <a16:creationId xmlns:a16="http://schemas.microsoft.com/office/drawing/2014/main" id="{07E44D9E-F1FB-4121-B718-D24B371F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914525" y="2159508"/>
            <a:ext cx="223838" cy="3086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17" name="fig1-input-a-wave-8">
            <a:extLst xmlns:a="http://schemas.openxmlformats.org/drawingml/2006/main">
              <a:ext uri="{FF2B5EF4-FFF2-40B4-BE49-F238E27FC236}">
                <a16:creationId xmlns:a16="http://schemas.microsoft.com/office/drawing/2014/main" id="{4E014EF5-6850-4DA1-BAA1-10E2E6A9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138363" y="2159508"/>
            <a:ext cx="223838" cy="3223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18" name="fig1-input-a-wave-9">
            <a:extLst xmlns:a="http://schemas.openxmlformats.org/drawingml/2006/main">
              <a:ext uri="{FF2B5EF4-FFF2-40B4-BE49-F238E27FC236}">
                <a16:creationId xmlns:a16="http://schemas.microsoft.com/office/drawing/2014/main" id="{B58A8EE0-8536-4284-A539-FD66838D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362200" y="2440686"/>
            <a:ext cx="223838" cy="411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19" name="fig1-input-a-wave-10">
            <a:extLst xmlns:a="http://schemas.openxmlformats.org/drawingml/2006/main">
              <a:ext uri="{FF2B5EF4-FFF2-40B4-BE49-F238E27FC236}">
                <a16:creationId xmlns:a16="http://schemas.microsoft.com/office/drawing/2014/main" id="{ADE3C409-92FF-4271-96FA-7B1F9FCF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86038" y="2440686"/>
            <a:ext cx="223838" cy="205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20" name="fig1-input-a-wave-11">
            <a:extLst xmlns:a="http://schemas.openxmlformats.org/drawingml/2006/main">
              <a:ext uri="{FF2B5EF4-FFF2-40B4-BE49-F238E27FC236}">
                <a16:creationId xmlns:a16="http://schemas.microsoft.com/office/drawing/2014/main" id="{F413AAF1-79AC-4472-8FAA-7CEB4643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809875" y="2406396"/>
            <a:ext cx="223838" cy="548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21" name="fig1-input-a-wave-12">
            <a:extLst xmlns:a="http://schemas.openxmlformats.org/drawingml/2006/main">
              <a:ext uri="{FF2B5EF4-FFF2-40B4-BE49-F238E27FC236}">
                <a16:creationId xmlns:a16="http://schemas.microsoft.com/office/drawing/2014/main" id="{33D028C2-B866-4EE8-943A-B9D89DB8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033713" y="2406396"/>
            <a:ext cx="223838" cy="205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22" name="fig1-input-a-note">
            <a:extLst xmlns:a="http://schemas.openxmlformats.org/drawingml/2006/main">
              <a:ext uri="{FF2B5EF4-FFF2-40B4-BE49-F238E27FC236}">
                <a16:creationId xmlns:a16="http://schemas.microsoft.com/office/drawing/2014/main" id="{B5A09D33-FBC2-40D1-9378-1EF3B375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0990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rPr>
              <a:t>孤立突变，与邻域趋势断开</a:t>
            </a:r>
          </a:p>
        </p:txBody>
      </p:sp>
      <p:sp>
        <p:nvSpPr>
          <p:cNvPr id="23" name="fig1-action-a">
            <a:extLst xmlns:a="http://schemas.openxmlformats.org/drawingml/2006/main">
              <a:ext uri="{FF2B5EF4-FFF2-40B4-BE49-F238E27FC236}">
                <a16:creationId xmlns:a16="http://schemas.microsoft.com/office/drawing/2014/main" id="{2C05B883-F536-491E-8894-E5FCB129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76400"/>
            <a:ext cx="1676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F"/>
          </a:solidFill>
          <a:ln xmlns:a="http://schemas.openxmlformats.org/drawingml/2006/main" w="13335">
            <a:solidFill>
              <a:srgbClr val="E58A35"/>
            </a:solidFill>
            <a:prstDash val="solid"/>
          </a:ln>
        </p:spPr>
      </p:sp>
      <p:sp>
        <p:nvSpPr>
          <p:cNvPr id="24" name="fig1-action-a-title">
            <a:extLst xmlns:a="http://schemas.openxmlformats.org/drawingml/2006/main">
              <a:ext uri="{FF2B5EF4-FFF2-40B4-BE49-F238E27FC236}">
                <a16:creationId xmlns:a16="http://schemas.microsoft.com/office/drawing/2014/main" id="{D15AB671-F23A-4262-AED1-E7256BC2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85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去尖峰</a:t>
            </a:r>
          </a:p>
        </p:txBody>
      </p:sp>
      <p:sp>
        <p:nvSpPr>
          <p:cNvPr id="25" name="fig1-action-a-wave-axis">
            <a:extLst xmlns:a="http://schemas.openxmlformats.org/drawingml/2006/main">
              <a:ext uri="{FF2B5EF4-FFF2-40B4-BE49-F238E27FC236}">
                <a16:creationId xmlns:a16="http://schemas.microsoft.com/office/drawing/2014/main" id="{4DBFF248-2A3B-4353-8EDD-08666762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381500" y="2876550"/>
            <a:ext cx="110490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26" name="fig1-action-a-wave-1">
            <a:extLst xmlns:a="http://schemas.openxmlformats.org/drawingml/2006/main">
              <a:ext uri="{FF2B5EF4-FFF2-40B4-BE49-F238E27FC236}">
                <a16:creationId xmlns:a16="http://schemas.microsoft.com/office/drawing/2014/main" id="{F99B5559-A510-4D29-BBC0-E97F762B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381500" y="2668524"/>
            <a:ext cx="184150" cy="396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27" name="fig1-action-a-wave-2">
            <a:extLst xmlns:a="http://schemas.openxmlformats.org/drawingml/2006/main">
              <a:ext uri="{FF2B5EF4-FFF2-40B4-BE49-F238E27FC236}">
                <a16:creationId xmlns:a16="http://schemas.microsoft.com/office/drawing/2014/main" id="{F5C0A032-D832-489F-9377-B09FC33B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65650" y="2628900"/>
            <a:ext cx="184150" cy="396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28" name="fig1-action-a-wave-3">
            <a:extLst xmlns:a="http://schemas.openxmlformats.org/drawingml/2006/main">
              <a:ext uri="{FF2B5EF4-FFF2-40B4-BE49-F238E27FC236}">
                <a16:creationId xmlns:a16="http://schemas.microsoft.com/office/drawing/2014/main" id="{C1BD5962-2C9A-4B21-ACF5-73B7841C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9800" y="2628900"/>
            <a:ext cx="184150" cy="247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29" name="fig1-action-a-wave-4">
            <a:extLst xmlns:a="http://schemas.openxmlformats.org/drawingml/2006/main">
              <a:ext uri="{FF2B5EF4-FFF2-40B4-BE49-F238E27FC236}">
                <a16:creationId xmlns:a16="http://schemas.microsoft.com/office/drawing/2014/main" id="{508FA65F-54C8-4F13-A84A-7DA4938F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933950" y="2410968"/>
            <a:ext cx="184150" cy="242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30" name="fig1-action-a-wave-5">
            <a:extLst xmlns:a="http://schemas.openxmlformats.org/drawingml/2006/main">
              <a:ext uri="{FF2B5EF4-FFF2-40B4-BE49-F238E27FC236}">
                <a16:creationId xmlns:a16="http://schemas.microsoft.com/office/drawing/2014/main" id="{92DC3E53-7716-4902-948C-EE238076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18100" y="2410968"/>
            <a:ext cx="184150" cy="2278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31" name="fig1-action-a-wave-6">
            <a:extLst xmlns:a="http://schemas.openxmlformats.org/drawingml/2006/main">
              <a:ext uri="{FF2B5EF4-FFF2-40B4-BE49-F238E27FC236}">
                <a16:creationId xmlns:a16="http://schemas.microsoft.com/office/drawing/2014/main" id="{0B88F1FF-782E-4612-8C8B-0D08350E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02250" y="2599182"/>
            <a:ext cx="184150" cy="396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32" name="fig1-action-a-tag">
            <a:extLst xmlns:a="http://schemas.openxmlformats.org/drawingml/2006/main">
              <a:ext uri="{FF2B5EF4-FFF2-40B4-BE49-F238E27FC236}">
                <a16:creationId xmlns:a16="http://schemas.microsoft.com/office/drawing/2014/main" id="{B43CBC48-93DC-40A9-92F2-529C4351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E58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58A35"/>
                </a:solidFill>
                <a:latin typeface="Microsoft YaHei"/>
                <a:ea typeface="Microsoft YaHei"/>
                <a:cs typeface="Microsoft YaHei"/>
              </a:rPr>
              <a:t>参数一致</a:t>
            </a:r>
          </a:p>
        </p:txBody>
      </p:sp>
      <p:sp>
        <p:nvSpPr>
          <p:cNvPr id="33" name="fig1-sandbox-a">
            <a:extLst xmlns:a="http://schemas.openxmlformats.org/drawingml/2006/main">
              <a:ext uri="{FF2B5EF4-FFF2-40B4-BE49-F238E27FC236}">
                <a16:creationId xmlns:a16="http://schemas.microsoft.com/office/drawing/2014/main" id="{2A2625A7-0F77-4F04-B482-F7078A0F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76400"/>
            <a:ext cx="37147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F"/>
          </a:solidFill>
          <a:ln xmlns:a="http://schemas.openxmlformats.org/drawingml/2006/main" w="13335">
            <a:solidFill>
              <a:srgbClr val="E58A35"/>
            </a:solidFill>
            <a:prstDash val="solid"/>
          </a:ln>
        </p:spPr>
      </p:sp>
      <p:sp>
        <p:nvSpPr>
          <p:cNvPr id="34" name="fig1-before-a">
            <a:extLst xmlns:a="http://schemas.openxmlformats.org/drawingml/2006/main">
              <a:ext uri="{FF2B5EF4-FFF2-40B4-BE49-F238E27FC236}">
                <a16:creationId xmlns:a16="http://schemas.microsoft.com/office/drawing/2014/main" id="{C0014123-C77D-4CA3-8291-2DECBA85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28800"/>
            <a:ext cx="16573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5" name="fig1-after-a">
            <a:extLst xmlns:a="http://schemas.openxmlformats.org/drawingml/2006/main">
              <a:ext uri="{FF2B5EF4-FFF2-40B4-BE49-F238E27FC236}">
                <a16:creationId xmlns:a16="http://schemas.microsoft.com/office/drawing/2014/main" id="{21A7C31F-3D02-4707-A493-1DB5F8EF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28800"/>
            <a:ext cx="16573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8A35"/>
            </a:solidFill>
            <a:prstDash val="solid"/>
          </a:ln>
        </p:spPr>
      </p:sp>
      <p:sp>
        <p:nvSpPr>
          <p:cNvPr id="36" name="fig1-before-a-label">
            <a:extLst xmlns:a="http://schemas.openxmlformats.org/drawingml/2006/main">
              <a:ext uri="{FF2B5EF4-FFF2-40B4-BE49-F238E27FC236}">
                <a16:creationId xmlns:a16="http://schemas.microsoft.com/office/drawing/2014/main" id="{2A1B943B-4056-4A99-A42C-4EB54826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240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E7C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E7C8F"/>
                </a:solidFill>
                <a:latin typeface="Microsoft YaHei"/>
                <a:ea typeface="Microsoft YaHei"/>
                <a:cs typeface="Microsoft YaHei"/>
              </a:rPr>
              <a:t>编辑前</a:t>
            </a:r>
          </a:p>
        </p:txBody>
      </p:sp>
      <p:sp>
        <p:nvSpPr>
          <p:cNvPr id="37" name="fig1-after-a-label">
            <a:extLst xmlns:a="http://schemas.openxmlformats.org/drawingml/2006/main">
              <a:ext uri="{FF2B5EF4-FFF2-40B4-BE49-F238E27FC236}">
                <a16:creationId xmlns:a16="http://schemas.microsoft.com/office/drawing/2014/main" id="{57D27DE6-EDEE-48C0-997B-677D5EFF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240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E58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58A35"/>
                </a:solidFill>
                <a:latin typeface="Microsoft YaHei"/>
                <a:ea typeface="Microsoft YaHei"/>
                <a:cs typeface="Microsoft YaHei"/>
              </a:rPr>
              <a:t>编辑后</a:t>
            </a:r>
          </a:p>
        </p:txBody>
      </p:sp>
      <p:sp>
        <p:nvSpPr>
          <p:cNvPr id="38" name="fig1-before-a-wave-axis">
            <a:extLst xmlns:a="http://schemas.openxmlformats.org/drawingml/2006/main">
              <a:ext uri="{FF2B5EF4-FFF2-40B4-BE49-F238E27FC236}">
                <a16:creationId xmlns:a16="http://schemas.microsoft.com/office/drawing/2014/main" id="{76AA4EEC-573B-4CB5-8133-6E1AE127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67500" y="2952750"/>
            <a:ext cx="139065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9" name="fig1-before-a-wave-1">
            <a:extLst xmlns:a="http://schemas.openxmlformats.org/drawingml/2006/main">
              <a:ext uri="{FF2B5EF4-FFF2-40B4-BE49-F238E27FC236}">
                <a16:creationId xmlns:a16="http://schemas.microsoft.com/office/drawing/2014/main" id="{0903CF94-B4E2-44E7-B83E-3978F201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667500" y="2692718"/>
            <a:ext cx="115887" cy="33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40" name="fig1-before-a-wave-2">
            <a:extLst xmlns:a="http://schemas.openxmlformats.org/drawingml/2006/main">
              <a:ext uri="{FF2B5EF4-FFF2-40B4-BE49-F238E27FC236}">
                <a16:creationId xmlns:a16="http://schemas.microsoft.com/office/drawing/2014/main" id="{AAF71BD8-840B-48C1-A27C-A33763F8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83388" y="2646045"/>
            <a:ext cx="115888" cy="466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41" name="fig1-before-a-wave-3">
            <a:extLst xmlns:a="http://schemas.openxmlformats.org/drawingml/2006/main">
              <a:ext uri="{FF2B5EF4-FFF2-40B4-BE49-F238E27FC236}">
                <a16:creationId xmlns:a16="http://schemas.microsoft.com/office/drawing/2014/main" id="{7DDDF751-724D-4543-ADC3-FFDBF321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899275" y="2606040"/>
            <a:ext cx="115887" cy="400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42" name="fig1-before-a-wave-4">
            <a:extLst xmlns:a="http://schemas.openxmlformats.org/drawingml/2006/main">
              <a:ext uri="{FF2B5EF4-FFF2-40B4-BE49-F238E27FC236}">
                <a16:creationId xmlns:a16="http://schemas.microsoft.com/office/drawing/2014/main" id="{67ED33D9-6711-4F6E-AF71-47A9451B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15163" y="2606040"/>
            <a:ext cx="115887" cy="200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43" name="fig1-before-a-wave-5">
            <a:extLst xmlns:a="http://schemas.openxmlformats.org/drawingml/2006/main">
              <a:ext uri="{FF2B5EF4-FFF2-40B4-BE49-F238E27FC236}">
                <a16:creationId xmlns:a16="http://schemas.microsoft.com/office/drawing/2014/main" id="{9D8B44B6-250D-46C3-8437-4EF69D4C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131050" y="2572703"/>
            <a:ext cx="115888" cy="533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44" name="fig1-before-a-wave-6">
            <a:extLst xmlns:a="http://schemas.openxmlformats.org/drawingml/2006/main">
              <a:ext uri="{FF2B5EF4-FFF2-40B4-BE49-F238E27FC236}">
                <a16:creationId xmlns:a16="http://schemas.microsoft.com/office/drawing/2014/main" id="{15E3D478-0E1A-4EE2-8338-7117C4DB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246938" y="2572703"/>
            <a:ext cx="115887" cy="200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45" name="fig1-before-a-wave-7">
            <a:extLst xmlns:a="http://schemas.openxmlformats.org/drawingml/2006/main">
              <a:ext uri="{FF2B5EF4-FFF2-40B4-BE49-F238E27FC236}">
                <a16:creationId xmlns:a16="http://schemas.microsoft.com/office/drawing/2014/main" id="{9BC8B70F-6BB4-475C-BAB3-034C3A5C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62825" y="2292668"/>
            <a:ext cx="115887" cy="3000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46" name="fig1-before-a-wave-8">
            <a:extLst xmlns:a="http://schemas.openxmlformats.org/drawingml/2006/main">
              <a:ext uri="{FF2B5EF4-FFF2-40B4-BE49-F238E27FC236}">
                <a16:creationId xmlns:a16="http://schemas.microsoft.com/office/drawing/2014/main" id="{50CBDAB0-92D8-4C05-B070-F107193B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78713" y="2292668"/>
            <a:ext cx="115888" cy="3133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47" name="fig1-before-a-wave-9">
            <a:extLst xmlns:a="http://schemas.openxmlformats.org/drawingml/2006/main">
              <a:ext uri="{FF2B5EF4-FFF2-40B4-BE49-F238E27FC236}">
                <a16:creationId xmlns:a16="http://schemas.microsoft.com/office/drawing/2014/main" id="{6962C070-68E4-4B3F-B454-B0FE762C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594600" y="2566035"/>
            <a:ext cx="115887" cy="400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48" name="fig1-before-a-wave-10">
            <a:extLst xmlns:a="http://schemas.openxmlformats.org/drawingml/2006/main">
              <a:ext uri="{FF2B5EF4-FFF2-40B4-BE49-F238E27FC236}">
                <a16:creationId xmlns:a16="http://schemas.microsoft.com/office/drawing/2014/main" id="{61636F1F-119F-489C-A545-40CF72F1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10488" y="2566035"/>
            <a:ext cx="115887" cy="200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49" name="fig1-before-a-wave-11">
            <a:extLst xmlns:a="http://schemas.openxmlformats.org/drawingml/2006/main">
              <a:ext uri="{FF2B5EF4-FFF2-40B4-BE49-F238E27FC236}">
                <a16:creationId xmlns:a16="http://schemas.microsoft.com/office/drawing/2014/main" id="{F25A3310-6C7E-4E5D-B671-35AA82B1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826375" y="2532698"/>
            <a:ext cx="115887" cy="533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50" name="fig1-before-a-wave-12">
            <a:extLst xmlns:a="http://schemas.openxmlformats.org/drawingml/2006/main">
              <a:ext uri="{FF2B5EF4-FFF2-40B4-BE49-F238E27FC236}">
                <a16:creationId xmlns:a16="http://schemas.microsoft.com/office/drawing/2014/main" id="{67F9D99F-9F26-4FBC-8046-5874BE78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42262" y="2532698"/>
            <a:ext cx="115888" cy="200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51" name="fig1-after-a-wave-axis">
            <a:extLst xmlns:a="http://schemas.openxmlformats.org/drawingml/2006/main">
              <a:ext uri="{FF2B5EF4-FFF2-40B4-BE49-F238E27FC236}">
                <a16:creationId xmlns:a16="http://schemas.microsoft.com/office/drawing/2014/main" id="{D1092BA5-290F-4B08-8348-70EA7064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458200" y="2952750"/>
            <a:ext cx="139065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52" name="fig1-after-a-wave-1">
            <a:extLst xmlns:a="http://schemas.openxmlformats.org/drawingml/2006/main">
              <a:ext uri="{FF2B5EF4-FFF2-40B4-BE49-F238E27FC236}">
                <a16:creationId xmlns:a16="http://schemas.microsoft.com/office/drawing/2014/main" id="{6C8672C9-4B37-48D2-BF11-6DF948E5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458200" y="2692718"/>
            <a:ext cx="139065" cy="33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53" name="fig1-after-a-wave-2">
            <a:extLst xmlns:a="http://schemas.openxmlformats.org/drawingml/2006/main">
              <a:ext uri="{FF2B5EF4-FFF2-40B4-BE49-F238E27FC236}">
                <a16:creationId xmlns:a16="http://schemas.microsoft.com/office/drawing/2014/main" id="{F978B31C-1BC0-49D4-974B-A8F12D72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597265" y="2646045"/>
            <a:ext cx="139065" cy="466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54" name="fig1-after-a-wave-3">
            <a:extLst xmlns:a="http://schemas.openxmlformats.org/drawingml/2006/main">
              <a:ext uri="{FF2B5EF4-FFF2-40B4-BE49-F238E27FC236}">
                <a16:creationId xmlns:a16="http://schemas.microsoft.com/office/drawing/2014/main" id="{5A0F2311-0876-4418-85E4-142B0C1D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736330" y="2606040"/>
            <a:ext cx="139065" cy="400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55" name="fig1-after-a-wave-4">
            <a:extLst xmlns:a="http://schemas.openxmlformats.org/drawingml/2006/main">
              <a:ext uri="{FF2B5EF4-FFF2-40B4-BE49-F238E27FC236}">
                <a16:creationId xmlns:a16="http://schemas.microsoft.com/office/drawing/2014/main" id="{5D7DAB45-E45E-4FC7-B320-A05EA02C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875395" y="2606040"/>
            <a:ext cx="139065" cy="200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56" name="fig1-after-a-wave-5">
            <a:extLst xmlns:a="http://schemas.openxmlformats.org/drawingml/2006/main">
              <a:ext uri="{FF2B5EF4-FFF2-40B4-BE49-F238E27FC236}">
                <a16:creationId xmlns:a16="http://schemas.microsoft.com/office/drawing/2014/main" id="{FDC5FB21-43D6-4BF2-8F81-DA593229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014460" y="2572703"/>
            <a:ext cx="139065" cy="533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57" name="fig1-after-a-wave-6">
            <a:extLst xmlns:a="http://schemas.openxmlformats.org/drawingml/2006/main">
              <a:ext uri="{FF2B5EF4-FFF2-40B4-BE49-F238E27FC236}">
                <a16:creationId xmlns:a16="http://schemas.microsoft.com/office/drawing/2014/main" id="{C8D2AFFE-DC94-46BB-9021-271D2D8F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53525" y="2572703"/>
            <a:ext cx="139065" cy="133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58" name="fig1-after-a-wave-7">
            <a:extLst xmlns:a="http://schemas.openxmlformats.org/drawingml/2006/main">
              <a:ext uri="{FF2B5EF4-FFF2-40B4-BE49-F238E27FC236}">
                <a16:creationId xmlns:a16="http://schemas.microsoft.com/office/drawing/2014/main" id="{7D98603F-42F5-4240-9C93-2A1D603F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292590" y="2586038"/>
            <a:ext cx="139065" cy="66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59" name="fig1-after-a-wave-8">
            <a:extLst xmlns:a="http://schemas.openxmlformats.org/drawingml/2006/main">
              <a:ext uri="{FF2B5EF4-FFF2-40B4-BE49-F238E27FC236}">
                <a16:creationId xmlns:a16="http://schemas.microsoft.com/office/drawing/2014/main" id="{4A9F731D-C297-4685-B2E3-16113C90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431655" y="2566035"/>
            <a:ext cx="139065" cy="266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60" name="fig1-after-a-wave-9">
            <a:extLst xmlns:a="http://schemas.openxmlformats.org/drawingml/2006/main">
              <a:ext uri="{FF2B5EF4-FFF2-40B4-BE49-F238E27FC236}">
                <a16:creationId xmlns:a16="http://schemas.microsoft.com/office/drawing/2014/main" id="{EA913B4D-85D2-4708-84BA-DC85C738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570720" y="2566035"/>
            <a:ext cx="139065" cy="200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61" name="fig1-after-a-wave-10">
            <a:extLst xmlns:a="http://schemas.openxmlformats.org/drawingml/2006/main">
              <a:ext uri="{FF2B5EF4-FFF2-40B4-BE49-F238E27FC236}">
                <a16:creationId xmlns:a16="http://schemas.microsoft.com/office/drawing/2014/main" id="{F3075274-CB78-4982-8D3F-B66610A9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709785" y="2532698"/>
            <a:ext cx="139065" cy="533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62" name="fig1-decision-a">
            <a:extLst xmlns:a="http://schemas.openxmlformats.org/drawingml/2006/main">
              <a:ext uri="{FF2B5EF4-FFF2-40B4-BE49-F238E27FC236}">
                <a16:creationId xmlns:a16="http://schemas.microsoft.com/office/drawing/2014/main" id="{0649F079-3C40-4A33-BCDC-33B73AB2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676400"/>
            <a:ext cx="41529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B"/>
          </a:solidFill>
          <a:ln xmlns:a="http://schemas.openxmlformats.org/drawingml/2006/main" w="13335">
            <a:solidFill>
              <a:srgbClr val="3E8B57"/>
            </a:solidFill>
            <a:prstDash val="solid"/>
          </a:ln>
        </p:spPr>
      </p:sp>
      <p:sp>
        <p:nvSpPr>
          <p:cNvPr id="63" name="fig1-utility-a">
            <a:extLst xmlns:a="http://schemas.openxmlformats.org/drawingml/2006/main">
              <a:ext uri="{FF2B5EF4-FFF2-40B4-BE49-F238E27FC236}">
                <a16:creationId xmlns:a16="http://schemas.microsoft.com/office/drawing/2014/main" id="{AB7C5D72-0ADD-4816-BF05-BDF3D85B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847850"/>
            <a:ext cx="1771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B"/>
          </a:solidFill>
          <a:ln xmlns:a="http://schemas.openxmlformats.org/drawingml/2006/main" w="11430">
            <a:solidFill>
              <a:srgbClr val="3E8B57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E8B57"/>
                </a:solidFill>
                <a:latin typeface="Microsoft YaHei"/>
                <a:ea typeface="Microsoft YaHei"/>
                <a:cs typeface="Microsoft YaHei"/>
              </a:rPr>
              <a:t>模型效用：提升</a:t>
            </a:r>
          </a:p>
        </p:txBody>
      </p:sp>
      <p:sp>
        <p:nvSpPr>
          <p:cNvPr id="64" name="fig1-distortion-a">
            <a:extLst xmlns:a="http://schemas.openxmlformats.org/drawingml/2006/main">
              <a:ext uri="{FF2B5EF4-FFF2-40B4-BE49-F238E27FC236}">
                <a16:creationId xmlns:a16="http://schemas.microsoft.com/office/drawing/2014/main" id="{AA137870-1F9A-4ADA-A495-B8BADBD8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1847850"/>
            <a:ext cx="1771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B"/>
          </a:solidFill>
          <a:ln xmlns:a="http://schemas.openxmlformats.org/drawingml/2006/main" w="11430">
            <a:solidFill>
              <a:srgbClr val="3E8B57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E8B57"/>
                </a:solidFill>
                <a:latin typeface="Microsoft YaHei"/>
                <a:ea typeface="Microsoft YaHei"/>
                <a:cs typeface="Microsoft YaHei"/>
              </a:rPr>
              <a:t>结构失真：低</a:t>
            </a:r>
          </a:p>
        </p:txBody>
      </p:sp>
      <p:sp>
        <p:nvSpPr>
          <p:cNvPr id="65" name="fig1-condition-a">
            <a:extLst xmlns:a="http://schemas.openxmlformats.org/drawingml/2006/main">
              <a:ext uri="{FF2B5EF4-FFF2-40B4-BE49-F238E27FC236}">
                <a16:creationId xmlns:a16="http://schemas.microsoft.com/office/drawing/2014/main" id="{C3CC42C5-2E3A-4119-9C04-7ACF050C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324100"/>
            <a:ext cx="369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>
                <a:solidFill>
                  <a:srgbClr val="172033"/>
                </a:solidFill>
              </a:defRPr>
            </a:pPr>
            <a:r>
              <a:rPr sz="1275" b="1" i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效用改善  </a:t>
            </a:r>
            <a:r>
              <a:rPr sz="1275" b="1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∧</a:t>
            </a:r>
            <a:r>
              <a:rPr sz="1275" b="1" i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  结构保持</a:t>
            </a:r>
          </a:p>
        </p:txBody>
      </p:sp>
      <p:sp>
        <p:nvSpPr>
          <p:cNvPr id="66" name="fig1-result-a">
            <a:extLst xmlns:a="http://schemas.openxmlformats.org/drawingml/2006/main">
              <a:ext uri="{FF2B5EF4-FFF2-40B4-BE49-F238E27FC236}">
                <a16:creationId xmlns:a16="http://schemas.microsoft.com/office/drawing/2014/main" id="{49D24BEC-8A11-4ED7-BA86-34EADB3F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74320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B57"/>
          </a:solidFill>
          <a:ln xmlns:a="http://schemas.openxmlformats.org/drawingml/2006/main" w="9525">
            <a:solidFill>
              <a:srgbClr val="3E8B57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提交（</a:t>
            </a: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COMMIT</a:t>
            </a: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）</a:t>
            </a:r>
          </a:p>
        </p:txBody>
      </p:sp>
      <p:sp>
        <p:nvSpPr>
          <p:cNvPr id="67" name="fig1-result-note-a">
            <a:extLst xmlns:a="http://schemas.openxmlformats.org/drawingml/2006/main">
              <a:ext uri="{FF2B5EF4-FFF2-40B4-BE49-F238E27FC236}">
                <a16:creationId xmlns:a16="http://schemas.microsoft.com/office/drawing/2014/main" id="{ABF1EF60-2F51-491F-B45C-2B8F99AE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200400"/>
            <a:ext cx="3695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3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E8B57"/>
                </a:solidFill>
                <a:latin typeface="Microsoft YaHei"/>
                <a:ea typeface="Microsoft YaHei"/>
                <a:cs typeface="Microsoft YaHei"/>
              </a:rPr>
              <a:t>更新治理语料</a:t>
            </a:r>
          </a:p>
        </p:txBody>
      </p:sp>
      <p:cxnSp>
        <p:nvCxnSpPr>
          <p:cNvPr id="205" name="fig1-input-action-a"/>
          <p:cNvCxnSpPr>
            <a:stCxn xmlns:a="http://schemas.openxmlformats.org/drawingml/2006/main" id="7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3486150" y="25527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flat">
            <a:solidFill>
              <a:srgbClr val="6E7C8F"/>
            </a:solidFill>
            <a:prstDash val="solid"/>
            <a:miter/>
            <a:tailEnd type="triangle" w="sm" len="sm"/>
          </a:ln>
        </p:spPr>
      </p:cxnSp>
      <p:cxnSp>
        <p:nvCxnSpPr>
          <p:cNvPr id="206" name="fig1-action-sandbox-a"/>
          <p:cNvCxnSpPr>
            <a:stCxn xmlns:a="http://schemas.openxmlformats.org/drawingml/2006/main" id="23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5772150" y="25527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flat">
            <a:solidFill>
              <a:srgbClr val="6E7C8F"/>
            </a:solidFill>
            <a:prstDash val="solid"/>
            <a:miter/>
            <a:tailEnd type="triangle" w="sm" len="sm"/>
          </a:ln>
        </p:spPr>
      </p:cxnSp>
      <p:cxnSp>
        <p:nvCxnSpPr>
          <p:cNvPr id="207" name="fig1-sandbox-decision-a"/>
          <p:cNvCxnSpPr>
            <a:stCxn xmlns:a="http://schemas.openxmlformats.org/drawingml/2006/main" id="33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10115550" y="25527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flat">
            <a:solidFill>
              <a:srgbClr val="6E7C8F"/>
            </a:solidFill>
            <a:prstDash val="solid"/>
            <a:miter/>
            <a:tailEnd type="triangle" w="sm" len="sm"/>
          </a:ln>
        </p:spPr>
      </p:cxnSp>
      <p:sp>
        <p:nvSpPr>
          <p:cNvPr id="71" name="fig1-input-b">
            <a:extLst xmlns:a="http://schemas.openxmlformats.org/drawingml/2006/main">
              <a:ext uri="{FF2B5EF4-FFF2-40B4-BE49-F238E27FC236}">
                <a16:creationId xmlns:a16="http://schemas.microsoft.com/office/drawing/2014/main" id="{4209E4BD-07D2-4574-893E-7D9307A6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638550"/>
            <a:ext cx="31432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C"/>
          </a:solidFill>
          <a:ln xmlns:a="http://schemas.openxmlformats.org/drawingml/2006/main" w="13335">
            <a:solidFill>
              <a:srgbClr val="2F6FB2"/>
            </a:solidFill>
            <a:prstDash val="solid"/>
          </a:ln>
        </p:spPr>
      </p:sp>
      <p:sp>
        <p:nvSpPr>
          <p:cNvPr id="72" name="fig1-input-b-label">
            <a:extLst xmlns:a="http://schemas.openxmlformats.org/drawingml/2006/main">
              <a:ext uri="{FF2B5EF4-FFF2-40B4-BE49-F238E27FC236}">
                <a16:creationId xmlns:a16="http://schemas.microsoft.com/office/drawing/2014/main" id="{C06E968C-1C24-48AC-AC95-49B05D86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52850"/>
            <a:ext cx="283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FB2"/>
                </a:solidFill>
                <a:latin typeface="Microsoft YaHei"/>
                <a:ea typeface="Microsoft YaHei"/>
                <a:cs typeface="Microsoft YaHei"/>
              </a:rPr>
              <a:t>案例 B｜真实极端峰值</a:t>
            </a:r>
          </a:p>
        </p:txBody>
      </p:sp>
      <p:sp>
        <p:nvSpPr>
          <p:cNvPr id="73" name="fig1-input-b-wave-axis">
            <a:extLst xmlns:a="http://schemas.openxmlformats.org/drawingml/2006/main">
              <a:ext uri="{FF2B5EF4-FFF2-40B4-BE49-F238E27FC236}">
                <a16:creationId xmlns:a16="http://schemas.microsoft.com/office/drawing/2014/main" id="{6C430A9A-DF9B-493A-BCB8-D40EF217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71500" y="4800600"/>
            <a:ext cx="268605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74" name="fig1-input-b-wave-1">
            <a:extLst xmlns:a="http://schemas.openxmlformats.org/drawingml/2006/main">
              <a:ext uri="{FF2B5EF4-FFF2-40B4-BE49-F238E27FC236}">
                <a16:creationId xmlns:a16="http://schemas.microsoft.com/office/drawing/2014/main" id="{6C83071D-F461-4301-AEAB-D8C45F40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71500" y="4567428"/>
            <a:ext cx="223838" cy="274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75" name="fig1-input-b-wave-2">
            <a:extLst xmlns:a="http://schemas.openxmlformats.org/drawingml/2006/main">
              <a:ext uri="{FF2B5EF4-FFF2-40B4-BE49-F238E27FC236}">
                <a16:creationId xmlns:a16="http://schemas.microsoft.com/office/drawing/2014/main" id="{E34815B9-FBA8-4BE3-AD5E-B4E6E624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95338" y="4533138"/>
            <a:ext cx="223838" cy="342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76" name="fig1-input-b-wave-3">
            <a:extLst xmlns:a="http://schemas.openxmlformats.org/drawingml/2006/main">
              <a:ext uri="{FF2B5EF4-FFF2-40B4-BE49-F238E27FC236}">
                <a16:creationId xmlns:a16="http://schemas.microsoft.com/office/drawing/2014/main" id="{0E0B17FF-1F87-4998-8F96-F41E17CB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19175" y="4498848"/>
            <a:ext cx="223838" cy="342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77" name="fig1-input-b-wave-4">
            <a:extLst xmlns:a="http://schemas.openxmlformats.org/drawingml/2006/main">
              <a:ext uri="{FF2B5EF4-FFF2-40B4-BE49-F238E27FC236}">
                <a16:creationId xmlns:a16="http://schemas.microsoft.com/office/drawing/2014/main" id="{C210711D-D072-499D-8821-2700AB93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43013" y="4437126"/>
            <a:ext cx="223838" cy="617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78" name="fig1-input-b-wave-5">
            <a:extLst xmlns:a="http://schemas.openxmlformats.org/drawingml/2006/main">
              <a:ext uri="{FF2B5EF4-FFF2-40B4-BE49-F238E27FC236}">
                <a16:creationId xmlns:a16="http://schemas.microsoft.com/office/drawing/2014/main" id="{5F5FCF18-5AAD-4903-B4AA-6A1336EC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66850" y="4347972"/>
            <a:ext cx="223838" cy="891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79" name="fig1-input-b-wave-6">
            <a:extLst xmlns:a="http://schemas.openxmlformats.org/drawingml/2006/main">
              <a:ext uri="{FF2B5EF4-FFF2-40B4-BE49-F238E27FC236}">
                <a16:creationId xmlns:a16="http://schemas.microsoft.com/office/drawing/2014/main" id="{96A07F91-6DCA-4A87-8C24-B9BD5F3D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690688" y="4231386"/>
            <a:ext cx="223838" cy="1165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80" name="fig1-input-b-wave-7">
            <a:extLst xmlns:a="http://schemas.openxmlformats.org/drawingml/2006/main">
              <a:ext uri="{FF2B5EF4-FFF2-40B4-BE49-F238E27FC236}">
                <a16:creationId xmlns:a16="http://schemas.microsoft.com/office/drawing/2014/main" id="{09026FC6-59C4-4A24-862A-9C949FEA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914525" y="4121658"/>
            <a:ext cx="223838" cy="109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81" name="fig1-input-b-wave-8">
            <a:extLst xmlns:a="http://schemas.openxmlformats.org/drawingml/2006/main">
              <a:ext uri="{FF2B5EF4-FFF2-40B4-BE49-F238E27FC236}">
                <a16:creationId xmlns:a16="http://schemas.microsoft.com/office/drawing/2014/main" id="{64566804-02CB-462C-9BFE-D64C10F7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138363" y="4121658"/>
            <a:ext cx="223838" cy="891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82" name="fig1-input-b-wave-9">
            <a:extLst xmlns:a="http://schemas.openxmlformats.org/drawingml/2006/main">
              <a:ext uri="{FF2B5EF4-FFF2-40B4-BE49-F238E27FC236}">
                <a16:creationId xmlns:a16="http://schemas.microsoft.com/office/drawing/2014/main" id="{D1E17929-51DB-4D52-B78A-055C3F15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362200" y="4210812"/>
            <a:ext cx="223838" cy="109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83" name="fig1-input-b-wave-10">
            <a:extLst xmlns:a="http://schemas.openxmlformats.org/drawingml/2006/main">
              <a:ext uri="{FF2B5EF4-FFF2-40B4-BE49-F238E27FC236}">
                <a16:creationId xmlns:a16="http://schemas.microsoft.com/office/drawing/2014/main" id="{4E323475-7903-4C86-B111-0BAD6722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86038" y="4320540"/>
            <a:ext cx="223838" cy="822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84" name="fig1-input-b-wave-11">
            <a:extLst xmlns:a="http://schemas.openxmlformats.org/drawingml/2006/main">
              <a:ext uri="{FF2B5EF4-FFF2-40B4-BE49-F238E27FC236}">
                <a16:creationId xmlns:a16="http://schemas.microsoft.com/office/drawing/2014/main" id="{F37B51A6-AD5E-407A-907D-23B88D9A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09875" y="4402836"/>
            <a:ext cx="223838" cy="480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85" name="fig1-input-b-wave-12">
            <a:extLst xmlns:a="http://schemas.openxmlformats.org/drawingml/2006/main">
              <a:ext uri="{FF2B5EF4-FFF2-40B4-BE49-F238E27FC236}">
                <a16:creationId xmlns:a16="http://schemas.microsoft.com/office/drawing/2014/main" id="{DA926EFF-D7DB-401B-B585-E6E287A5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033713" y="4450842"/>
            <a:ext cx="223838" cy="274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86" name="fig1-input-b-note">
            <a:extLst xmlns:a="http://schemas.openxmlformats.org/drawingml/2006/main">
              <a:ext uri="{FF2B5EF4-FFF2-40B4-BE49-F238E27FC236}">
                <a16:creationId xmlns:a16="http://schemas.microsoft.com/office/drawing/2014/main" id="{015A00B4-758C-4650-9D0C-86DC13D1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7205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rPr>
              <a:t>连续上升—回落，稀有但结构真实</a:t>
            </a:r>
          </a:p>
        </p:txBody>
      </p:sp>
      <p:sp>
        <p:nvSpPr>
          <p:cNvPr id="87" name="fig1-action-b">
            <a:extLst xmlns:a="http://schemas.openxmlformats.org/drawingml/2006/main">
              <a:ext uri="{FF2B5EF4-FFF2-40B4-BE49-F238E27FC236}">
                <a16:creationId xmlns:a16="http://schemas.microsoft.com/office/drawing/2014/main" id="{92B8DE65-55F5-412B-8D31-62ED51CB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38550"/>
            <a:ext cx="1676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F"/>
          </a:solidFill>
          <a:ln xmlns:a="http://schemas.openxmlformats.org/drawingml/2006/main" w="13335">
            <a:solidFill>
              <a:srgbClr val="E58A35"/>
            </a:solidFill>
            <a:prstDash val="solid"/>
          </a:ln>
        </p:spPr>
      </p:sp>
      <p:sp>
        <p:nvSpPr>
          <p:cNvPr id="88" name="fig1-action-b-title">
            <a:extLst xmlns:a="http://schemas.openxmlformats.org/drawingml/2006/main">
              <a:ext uri="{FF2B5EF4-FFF2-40B4-BE49-F238E27FC236}">
                <a16:creationId xmlns:a16="http://schemas.microsoft.com/office/drawing/2014/main" id="{D3C48E20-A048-4807-BE1E-6F139923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481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去尖峰</a:t>
            </a:r>
          </a:p>
        </p:txBody>
      </p:sp>
      <p:sp>
        <p:nvSpPr>
          <p:cNvPr id="89" name="fig1-action-b-wave-axis">
            <a:extLst xmlns:a="http://schemas.openxmlformats.org/drawingml/2006/main">
              <a:ext uri="{FF2B5EF4-FFF2-40B4-BE49-F238E27FC236}">
                <a16:creationId xmlns:a16="http://schemas.microsoft.com/office/drawing/2014/main" id="{8A85283F-C48D-4CB6-AFD6-3F400FD5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381500" y="4838700"/>
            <a:ext cx="110490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90" name="fig1-action-b-wave-1">
            <a:extLst xmlns:a="http://schemas.openxmlformats.org/drawingml/2006/main">
              <a:ext uri="{FF2B5EF4-FFF2-40B4-BE49-F238E27FC236}">
                <a16:creationId xmlns:a16="http://schemas.microsoft.com/office/drawing/2014/main" id="{9776F0C0-E031-4FF5-B91B-FE23AF49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381500" y="4630674"/>
            <a:ext cx="184150" cy="396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91" name="fig1-action-b-wave-2">
            <a:extLst xmlns:a="http://schemas.openxmlformats.org/drawingml/2006/main">
              <a:ext uri="{FF2B5EF4-FFF2-40B4-BE49-F238E27FC236}">
                <a16:creationId xmlns:a16="http://schemas.microsoft.com/office/drawing/2014/main" id="{452DF3E3-BBA1-4DFF-A30D-F8A03BE0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65650" y="4591050"/>
            <a:ext cx="184150" cy="396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92" name="fig1-action-b-wave-3">
            <a:extLst xmlns:a="http://schemas.openxmlformats.org/drawingml/2006/main">
              <a:ext uri="{FF2B5EF4-FFF2-40B4-BE49-F238E27FC236}">
                <a16:creationId xmlns:a16="http://schemas.microsoft.com/office/drawing/2014/main" id="{86F23B8E-4520-4D83-AC30-4CE6ED06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9800" y="4591050"/>
            <a:ext cx="184150" cy="247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93" name="fig1-action-b-wave-4">
            <a:extLst xmlns:a="http://schemas.openxmlformats.org/drawingml/2006/main">
              <a:ext uri="{FF2B5EF4-FFF2-40B4-BE49-F238E27FC236}">
                <a16:creationId xmlns:a16="http://schemas.microsoft.com/office/drawing/2014/main" id="{5D0FA419-6F11-490C-B56A-E0A61287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933950" y="4373118"/>
            <a:ext cx="184150" cy="242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94" name="fig1-action-b-wave-5">
            <a:extLst xmlns:a="http://schemas.openxmlformats.org/drawingml/2006/main">
              <a:ext uri="{FF2B5EF4-FFF2-40B4-BE49-F238E27FC236}">
                <a16:creationId xmlns:a16="http://schemas.microsoft.com/office/drawing/2014/main" id="{1D0543DD-5898-4810-8859-CD311CF1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18100" y="4373118"/>
            <a:ext cx="184150" cy="2278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95" name="fig1-action-b-wave-6">
            <a:extLst xmlns:a="http://schemas.openxmlformats.org/drawingml/2006/main">
              <a:ext uri="{FF2B5EF4-FFF2-40B4-BE49-F238E27FC236}">
                <a16:creationId xmlns:a16="http://schemas.microsoft.com/office/drawing/2014/main" id="{8FD17EF5-CB61-4BE4-A53C-822CCD8F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02250" y="4561332"/>
            <a:ext cx="184150" cy="396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96" name="fig1-action-b-tag">
            <a:extLst xmlns:a="http://schemas.openxmlformats.org/drawingml/2006/main">
              <a:ext uri="{FF2B5EF4-FFF2-40B4-BE49-F238E27FC236}">
                <a16:creationId xmlns:a16="http://schemas.microsoft.com/office/drawing/2014/main" id="{0F3258D1-0611-441B-9C8E-1D05CE0A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2920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E58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58A35"/>
                </a:solidFill>
                <a:latin typeface="Microsoft YaHei"/>
                <a:ea typeface="Microsoft YaHei"/>
                <a:cs typeface="Microsoft YaHei"/>
              </a:rPr>
              <a:t>参数一致</a:t>
            </a:r>
          </a:p>
        </p:txBody>
      </p:sp>
      <p:sp>
        <p:nvSpPr>
          <p:cNvPr id="97" name="fig1-sandbox-b">
            <a:extLst xmlns:a="http://schemas.openxmlformats.org/drawingml/2006/main">
              <a:ext uri="{FF2B5EF4-FFF2-40B4-BE49-F238E27FC236}">
                <a16:creationId xmlns:a16="http://schemas.microsoft.com/office/drawing/2014/main" id="{4394975B-1CE7-4CEA-A8A2-A8B1D12B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8550"/>
            <a:ext cx="37147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F"/>
          </a:solidFill>
          <a:ln xmlns:a="http://schemas.openxmlformats.org/drawingml/2006/main" w="13335">
            <a:solidFill>
              <a:srgbClr val="E58A35"/>
            </a:solidFill>
            <a:prstDash val="solid"/>
          </a:ln>
        </p:spPr>
      </p:sp>
      <p:sp>
        <p:nvSpPr>
          <p:cNvPr id="98" name="fig1-before-b">
            <a:extLst xmlns:a="http://schemas.openxmlformats.org/drawingml/2006/main">
              <a:ext uri="{FF2B5EF4-FFF2-40B4-BE49-F238E27FC236}">
                <a16:creationId xmlns:a16="http://schemas.microsoft.com/office/drawing/2014/main" id="{1CD67E22-9957-4A24-96B9-085CBF19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90950"/>
            <a:ext cx="16573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99" name="fig1-after-b">
            <a:extLst xmlns:a="http://schemas.openxmlformats.org/drawingml/2006/main">
              <a:ext uri="{FF2B5EF4-FFF2-40B4-BE49-F238E27FC236}">
                <a16:creationId xmlns:a16="http://schemas.microsoft.com/office/drawing/2014/main" id="{0A5A7FC6-57D5-4FAE-A87F-4352E564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90950"/>
            <a:ext cx="16573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8A35"/>
            </a:solidFill>
            <a:prstDash val="solid"/>
          </a:ln>
        </p:spPr>
      </p:sp>
      <p:sp>
        <p:nvSpPr>
          <p:cNvPr id="100" name="fig1-before-b-label">
            <a:extLst xmlns:a="http://schemas.openxmlformats.org/drawingml/2006/main">
              <a:ext uri="{FF2B5EF4-FFF2-40B4-BE49-F238E27FC236}">
                <a16:creationId xmlns:a16="http://schemas.microsoft.com/office/drawing/2014/main" id="{52789B64-9312-4874-967D-2C519B3A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E7C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E7C8F"/>
                </a:solidFill>
                <a:latin typeface="Microsoft YaHei"/>
                <a:ea typeface="Microsoft YaHei"/>
                <a:cs typeface="Microsoft YaHei"/>
              </a:rPr>
              <a:t>编辑前</a:t>
            </a:r>
          </a:p>
        </p:txBody>
      </p:sp>
      <p:sp>
        <p:nvSpPr>
          <p:cNvPr id="101" name="fig1-after-b-label">
            <a:extLst xmlns:a="http://schemas.openxmlformats.org/drawingml/2006/main">
              <a:ext uri="{FF2B5EF4-FFF2-40B4-BE49-F238E27FC236}">
                <a16:creationId xmlns:a16="http://schemas.microsoft.com/office/drawing/2014/main" id="{7CAE874A-2108-4492-9040-43D528B2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86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E58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58A35"/>
                </a:solidFill>
                <a:latin typeface="Microsoft YaHei"/>
                <a:ea typeface="Microsoft YaHei"/>
                <a:cs typeface="Microsoft YaHei"/>
              </a:rPr>
              <a:t>编辑后</a:t>
            </a:r>
          </a:p>
        </p:txBody>
      </p:sp>
      <p:sp>
        <p:nvSpPr>
          <p:cNvPr id="102" name="fig1-before-b-wave-axis">
            <a:extLst xmlns:a="http://schemas.openxmlformats.org/drawingml/2006/main">
              <a:ext uri="{FF2B5EF4-FFF2-40B4-BE49-F238E27FC236}">
                <a16:creationId xmlns:a16="http://schemas.microsoft.com/office/drawing/2014/main" id="{51E4338E-CB8A-4E0B-80FD-56677905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67500" y="4914900"/>
            <a:ext cx="139065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03" name="fig1-before-b-wave-1">
            <a:extLst xmlns:a="http://schemas.openxmlformats.org/drawingml/2006/main">
              <a:ext uri="{FF2B5EF4-FFF2-40B4-BE49-F238E27FC236}">
                <a16:creationId xmlns:a16="http://schemas.microsoft.com/office/drawing/2014/main" id="{54D2CFA1-51D3-4231-B825-0CDA02A4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667500" y="4688205"/>
            <a:ext cx="115887" cy="266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104" name="fig1-before-b-wave-2">
            <a:extLst xmlns:a="http://schemas.openxmlformats.org/drawingml/2006/main">
              <a:ext uri="{FF2B5EF4-FFF2-40B4-BE49-F238E27FC236}">
                <a16:creationId xmlns:a16="http://schemas.microsoft.com/office/drawing/2014/main" id="{959B5266-29D7-4EDD-840F-3C272A2F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83388" y="4654868"/>
            <a:ext cx="115888" cy="33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105" name="fig1-before-b-wave-3">
            <a:extLst xmlns:a="http://schemas.openxmlformats.org/drawingml/2006/main">
              <a:ext uri="{FF2B5EF4-FFF2-40B4-BE49-F238E27FC236}">
                <a16:creationId xmlns:a16="http://schemas.microsoft.com/office/drawing/2014/main" id="{30C30B88-BEB7-48C8-BC20-1A10AEE3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899275" y="4621530"/>
            <a:ext cx="115887" cy="33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106" name="fig1-before-b-wave-4">
            <a:extLst xmlns:a="http://schemas.openxmlformats.org/drawingml/2006/main">
              <a:ext uri="{FF2B5EF4-FFF2-40B4-BE49-F238E27FC236}">
                <a16:creationId xmlns:a16="http://schemas.microsoft.com/office/drawing/2014/main" id="{0311E27A-B51D-463F-9787-BBEC70FE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15163" y="4561523"/>
            <a:ext cx="115887" cy="600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107" name="fig1-before-b-wave-5">
            <a:extLst xmlns:a="http://schemas.openxmlformats.org/drawingml/2006/main">
              <a:ext uri="{FF2B5EF4-FFF2-40B4-BE49-F238E27FC236}">
                <a16:creationId xmlns:a16="http://schemas.microsoft.com/office/drawing/2014/main" id="{6882B58F-C217-4B0F-832A-AFF5C463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131050" y="4474845"/>
            <a:ext cx="115888" cy="866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108" name="fig1-before-b-wave-6">
            <a:extLst xmlns:a="http://schemas.openxmlformats.org/drawingml/2006/main">
              <a:ext uri="{FF2B5EF4-FFF2-40B4-BE49-F238E27FC236}">
                <a16:creationId xmlns:a16="http://schemas.microsoft.com/office/drawing/2014/main" id="{BF34AC22-D112-4591-BCAB-60921B37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46938" y="4361498"/>
            <a:ext cx="115887" cy="1133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109" name="fig1-before-b-wave-7">
            <a:extLst xmlns:a="http://schemas.openxmlformats.org/drawingml/2006/main">
              <a:ext uri="{FF2B5EF4-FFF2-40B4-BE49-F238E27FC236}">
                <a16:creationId xmlns:a16="http://schemas.microsoft.com/office/drawing/2014/main" id="{FEBAB8F9-CA40-4DF6-8DEB-90C94917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62825" y="4254818"/>
            <a:ext cx="115887" cy="106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110" name="fig1-before-b-wave-8">
            <a:extLst xmlns:a="http://schemas.openxmlformats.org/drawingml/2006/main">
              <a:ext uri="{FF2B5EF4-FFF2-40B4-BE49-F238E27FC236}">
                <a16:creationId xmlns:a16="http://schemas.microsoft.com/office/drawing/2014/main" id="{4467AF9E-AD73-4EA9-BBC2-F32A2B60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78713" y="4254818"/>
            <a:ext cx="115888" cy="866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111" name="fig1-before-b-wave-9">
            <a:extLst xmlns:a="http://schemas.openxmlformats.org/drawingml/2006/main">
              <a:ext uri="{FF2B5EF4-FFF2-40B4-BE49-F238E27FC236}">
                <a16:creationId xmlns:a16="http://schemas.microsoft.com/office/drawing/2014/main" id="{5A35ECB5-0355-41D6-B327-F56B8C2C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94600" y="4341495"/>
            <a:ext cx="115887" cy="106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112" name="fig1-before-b-wave-10">
            <a:extLst xmlns:a="http://schemas.openxmlformats.org/drawingml/2006/main">
              <a:ext uri="{FF2B5EF4-FFF2-40B4-BE49-F238E27FC236}">
                <a16:creationId xmlns:a16="http://schemas.microsoft.com/office/drawing/2014/main" id="{9134D170-A01F-40B3-B405-9964C607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10488" y="4448175"/>
            <a:ext cx="115887" cy="800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113" name="fig1-before-b-wave-11">
            <a:extLst xmlns:a="http://schemas.openxmlformats.org/drawingml/2006/main">
              <a:ext uri="{FF2B5EF4-FFF2-40B4-BE49-F238E27FC236}">
                <a16:creationId xmlns:a16="http://schemas.microsoft.com/office/drawing/2014/main" id="{80030D32-9944-48C0-BD12-F99507D4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826375" y="4528185"/>
            <a:ext cx="115887" cy="466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114" name="fig1-before-b-wave-12">
            <a:extLst xmlns:a="http://schemas.openxmlformats.org/drawingml/2006/main">
              <a:ext uri="{FF2B5EF4-FFF2-40B4-BE49-F238E27FC236}">
                <a16:creationId xmlns:a16="http://schemas.microsoft.com/office/drawing/2014/main" id="{BE3BE0B3-7E99-4368-AEFD-5B9D2182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42262" y="4574858"/>
            <a:ext cx="115888" cy="266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E7C8F"/>
            </a:solidFill>
            <a:prstDash val="dash"/>
          </a:ln>
        </p:spPr>
      </p:sp>
      <p:sp>
        <p:nvSpPr>
          <p:cNvPr id="115" name="fig1-after-b-wave-axis">
            <a:extLst xmlns:a="http://schemas.openxmlformats.org/drawingml/2006/main">
              <a:ext uri="{FF2B5EF4-FFF2-40B4-BE49-F238E27FC236}">
                <a16:creationId xmlns:a16="http://schemas.microsoft.com/office/drawing/2014/main" id="{34C6C321-0B56-4661-B768-2B2F1253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458200" y="4914900"/>
            <a:ext cx="139065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16" name="fig1-after-b-wave-1">
            <a:extLst xmlns:a="http://schemas.openxmlformats.org/drawingml/2006/main">
              <a:ext uri="{FF2B5EF4-FFF2-40B4-BE49-F238E27FC236}">
                <a16:creationId xmlns:a16="http://schemas.microsoft.com/office/drawing/2014/main" id="{84B3D756-7FCA-4713-AF62-6206B117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458200" y="4688205"/>
            <a:ext cx="115887" cy="266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117" name="fig1-after-b-wave-2">
            <a:extLst xmlns:a="http://schemas.openxmlformats.org/drawingml/2006/main">
              <a:ext uri="{FF2B5EF4-FFF2-40B4-BE49-F238E27FC236}">
                <a16:creationId xmlns:a16="http://schemas.microsoft.com/office/drawing/2014/main" id="{2DC6306B-0EC0-45F5-AE3D-D577D997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574088" y="4654868"/>
            <a:ext cx="115888" cy="33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118" name="fig1-after-b-wave-3">
            <a:extLst xmlns:a="http://schemas.openxmlformats.org/drawingml/2006/main">
              <a:ext uri="{FF2B5EF4-FFF2-40B4-BE49-F238E27FC236}">
                <a16:creationId xmlns:a16="http://schemas.microsoft.com/office/drawing/2014/main" id="{36D0ED80-8EB8-42C3-83C6-FFB56057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689975" y="4621530"/>
            <a:ext cx="115887" cy="33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119" name="fig1-after-b-wave-4">
            <a:extLst xmlns:a="http://schemas.openxmlformats.org/drawingml/2006/main">
              <a:ext uri="{FF2B5EF4-FFF2-40B4-BE49-F238E27FC236}">
                <a16:creationId xmlns:a16="http://schemas.microsoft.com/office/drawing/2014/main" id="{89D317F9-315D-4034-9B3E-AE4834AB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805863" y="4561523"/>
            <a:ext cx="115887" cy="600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120" name="fig1-after-b-wave-5">
            <a:extLst xmlns:a="http://schemas.openxmlformats.org/drawingml/2006/main">
              <a:ext uri="{FF2B5EF4-FFF2-40B4-BE49-F238E27FC236}">
                <a16:creationId xmlns:a16="http://schemas.microsoft.com/office/drawing/2014/main" id="{50952188-ACDD-4012-9810-5A6EE21F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921750" y="4521518"/>
            <a:ext cx="115888" cy="400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121" name="fig1-after-b-wave-6">
            <a:extLst xmlns:a="http://schemas.openxmlformats.org/drawingml/2006/main">
              <a:ext uri="{FF2B5EF4-FFF2-40B4-BE49-F238E27FC236}">
                <a16:creationId xmlns:a16="http://schemas.microsoft.com/office/drawing/2014/main" id="{D85F8EC6-A517-451E-B138-D4B39335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037638" y="4501515"/>
            <a:ext cx="115887" cy="200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122" name="fig1-after-b-wave-7">
            <a:extLst xmlns:a="http://schemas.openxmlformats.org/drawingml/2006/main">
              <a:ext uri="{FF2B5EF4-FFF2-40B4-BE49-F238E27FC236}">
                <a16:creationId xmlns:a16="http://schemas.microsoft.com/office/drawing/2014/main" id="{86FF0384-98EE-431D-AF20-4DCF690E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53525" y="4494848"/>
            <a:ext cx="115887" cy="66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123" name="fig1-after-b-wave-8">
            <a:extLst xmlns:a="http://schemas.openxmlformats.org/drawingml/2006/main">
              <a:ext uri="{FF2B5EF4-FFF2-40B4-BE49-F238E27FC236}">
                <a16:creationId xmlns:a16="http://schemas.microsoft.com/office/drawing/2014/main" id="{88B54EA5-2C20-4728-9DAD-46949DE9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269413" y="4494848"/>
            <a:ext cx="115888" cy="133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124" name="fig1-after-b-wave-9">
            <a:extLst xmlns:a="http://schemas.openxmlformats.org/drawingml/2006/main">
              <a:ext uri="{FF2B5EF4-FFF2-40B4-BE49-F238E27FC236}">
                <a16:creationId xmlns:a16="http://schemas.microsoft.com/office/drawing/2014/main" id="{0CAB61C6-9CA4-4743-85A8-2907FED7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385300" y="4508183"/>
            <a:ext cx="115887" cy="200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125" name="fig1-after-b-wave-10">
            <a:extLst xmlns:a="http://schemas.openxmlformats.org/drawingml/2006/main">
              <a:ext uri="{FF2B5EF4-FFF2-40B4-BE49-F238E27FC236}">
                <a16:creationId xmlns:a16="http://schemas.microsoft.com/office/drawing/2014/main" id="{265C2375-6AB3-413F-BC98-91D93C5A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501188" y="4528185"/>
            <a:ext cx="115887" cy="200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126" name="fig1-after-b-wave-11">
            <a:extLst xmlns:a="http://schemas.openxmlformats.org/drawingml/2006/main">
              <a:ext uri="{FF2B5EF4-FFF2-40B4-BE49-F238E27FC236}">
                <a16:creationId xmlns:a16="http://schemas.microsoft.com/office/drawing/2014/main" id="{8F685F79-52B3-4E85-BFE2-931AD714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617075" y="4548188"/>
            <a:ext cx="115887" cy="266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127" name="fig1-after-b-wave-12">
            <a:extLst xmlns:a="http://schemas.openxmlformats.org/drawingml/2006/main">
              <a:ext uri="{FF2B5EF4-FFF2-40B4-BE49-F238E27FC236}">
                <a16:creationId xmlns:a16="http://schemas.microsoft.com/office/drawing/2014/main" id="{6F5819F9-D6C6-4722-BFC4-817AE9A3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732963" y="4574858"/>
            <a:ext cx="115888" cy="266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8A35"/>
            </a:solidFill>
            <a:prstDash val="solid"/>
          </a:ln>
        </p:spPr>
      </p:sp>
      <p:sp>
        <p:nvSpPr>
          <p:cNvPr id="128" name="fig1-decision-b">
            <a:extLst xmlns:a="http://schemas.openxmlformats.org/drawingml/2006/main">
              <a:ext uri="{FF2B5EF4-FFF2-40B4-BE49-F238E27FC236}">
                <a16:creationId xmlns:a16="http://schemas.microsoft.com/office/drawing/2014/main" id="{D9EA64CC-52EB-4CA7-80F5-4BDD8028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38550"/>
            <a:ext cx="41529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13335">
            <a:solidFill>
              <a:srgbClr val="B94A4A"/>
            </a:solidFill>
            <a:prstDash val="solid"/>
          </a:ln>
        </p:spPr>
      </p:sp>
      <p:sp>
        <p:nvSpPr>
          <p:cNvPr id="129" name="fig1-utility-b">
            <a:extLst xmlns:a="http://schemas.openxmlformats.org/drawingml/2006/main">
              <a:ext uri="{FF2B5EF4-FFF2-40B4-BE49-F238E27FC236}">
                <a16:creationId xmlns:a16="http://schemas.microsoft.com/office/drawing/2014/main" id="{2178E383-14A3-4CF4-B27B-BB236648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810000"/>
            <a:ext cx="1771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B"/>
          </a:solidFill>
          <a:ln xmlns:a="http://schemas.openxmlformats.org/drawingml/2006/main" w="11430">
            <a:solidFill>
              <a:srgbClr val="3E8B57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E8B57"/>
                </a:solidFill>
                <a:latin typeface="Microsoft YaHei"/>
                <a:ea typeface="Microsoft YaHei"/>
                <a:cs typeface="Microsoft YaHei"/>
              </a:rPr>
              <a:t>模型效用：提升</a:t>
            </a:r>
          </a:p>
        </p:txBody>
      </p:sp>
      <p:sp>
        <p:nvSpPr>
          <p:cNvPr id="130" name="fig1-distortion-b">
            <a:extLst xmlns:a="http://schemas.openxmlformats.org/drawingml/2006/main">
              <a:ext uri="{FF2B5EF4-FFF2-40B4-BE49-F238E27FC236}">
                <a16:creationId xmlns:a16="http://schemas.microsoft.com/office/drawing/2014/main" id="{10C4F8DB-BCEA-46A4-AB8D-83130ACE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3810000"/>
            <a:ext cx="1771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11430">
            <a:solidFill>
              <a:srgbClr val="B94A4A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B94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4A4A"/>
                </a:solidFill>
                <a:latin typeface="Microsoft YaHei"/>
                <a:ea typeface="Microsoft YaHei"/>
                <a:cs typeface="Microsoft YaHei"/>
              </a:rPr>
              <a:t>结构失真：高</a:t>
            </a:r>
          </a:p>
        </p:txBody>
      </p:sp>
      <p:sp>
        <p:nvSpPr>
          <p:cNvPr id="131" name="fig1-condition-b">
            <a:extLst xmlns:a="http://schemas.openxmlformats.org/drawingml/2006/main">
              <a:ext uri="{FF2B5EF4-FFF2-40B4-BE49-F238E27FC236}">
                <a16:creationId xmlns:a16="http://schemas.microsoft.com/office/drawing/2014/main" id="{17DC90E3-AE36-48B2-A759-770F0837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286250"/>
            <a:ext cx="369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>
                <a:solidFill>
                  <a:srgbClr val="172033"/>
                </a:solidFill>
              </a:defRPr>
            </a:pPr>
            <a:r>
              <a:rPr sz="1275" b="1" i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效用改善  </a:t>
            </a:r>
            <a:r>
              <a:rPr sz="1275" b="1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∧</a:t>
            </a:r>
            <a:r>
              <a:rPr sz="1275" b="1" i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  结构破坏</a:t>
            </a:r>
          </a:p>
        </p:txBody>
      </p:sp>
      <p:sp>
        <p:nvSpPr>
          <p:cNvPr id="132" name="fig1-result-b">
            <a:extLst xmlns:a="http://schemas.openxmlformats.org/drawingml/2006/main">
              <a:ext uri="{FF2B5EF4-FFF2-40B4-BE49-F238E27FC236}">
                <a16:creationId xmlns:a16="http://schemas.microsoft.com/office/drawing/2014/main" id="{3AD6B3A6-F311-4BEA-8361-F08264EC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470535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A"/>
          </a:solidFill>
          <a:ln xmlns:a="http://schemas.openxmlformats.org/drawingml/2006/main" w="9525">
            <a:solidFill>
              <a:srgbClr val="B94A4A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回滚（</a:t>
            </a: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ROLLBACK</a:t>
            </a: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）</a:t>
            </a:r>
          </a:p>
        </p:txBody>
      </p:sp>
      <p:sp>
        <p:nvSpPr>
          <p:cNvPr id="133" name="fig1-result-note-b">
            <a:extLst xmlns:a="http://schemas.openxmlformats.org/drawingml/2006/main">
              <a:ext uri="{FF2B5EF4-FFF2-40B4-BE49-F238E27FC236}">
                <a16:creationId xmlns:a16="http://schemas.microsoft.com/office/drawing/2014/main" id="{B7FF41D0-E021-4A77-9D50-1E00490A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162550"/>
            <a:ext cx="3695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B94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94A4A"/>
                </a:solidFill>
                <a:latin typeface="Microsoft YaHei"/>
                <a:ea typeface="Microsoft YaHei"/>
                <a:cs typeface="Microsoft YaHei"/>
              </a:rPr>
              <a:t>保留原始窗口</a:t>
            </a:r>
          </a:p>
        </p:txBody>
      </p:sp>
      <p:cxnSp>
        <p:nvCxnSpPr>
          <p:cNvPr id="271" name="fig1-input-action-b"/>
          <p:cNvCxnSpPr>
            <a:stCxn xmlns:a="http://schemas.openxmlformats.org/drawingml/2006/main" id="71" idx="3"/>
            <a:endCxn xmlns:a="http://schemas.openxmlformats.org/drawingml/2006/main" id="87" idx="1"/>
          </p:cNvCxnSpPr>
          <p:nvPr/>
        </p:nvCxnSpPr>
        <p:spPr>
          <a:xfrm xmlns:a="http://schemas.openxmlformats.org/drawingml/2006/main">
            <a:off x="3486150" y="45148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flat">
            <a:solidFill>
              <a:srgbClr val="6E7C8F"/>
            </a:solidFill>
            <a:prstDash val="solid"/>
            <a:miter/>
            <a:tailEnd type="triangle" w="sm" len="sm"/>
          </a:ln>
        </p:spPr>
      </p:cxnSp>
      <p:cxnSp>
        <p:nvCxnSpPr>
          <p:cNvPr id="272" name="fig1-action-sandbox-b"/>
          <p:cNvCxnSpPr>
            <a:stCxn xmlns:a="http://schemas.openxmlformats.org/drawingml/2006/main" id="87" idx="3"/>
            <a:endCxn xmlns:a="http://schemas.openxmlformats.org/drawingml/2006/main" id="97" idx="1"/>
          </p:cNvCxnSpPr>
          <p:nvPr/>
        </p:nvCxnSpPr>
        <p:spPr>
          <a:xfrm xmlns:a="http://schemas.openxmlformats.org/drawingml/2006/main">
            <a:off x="5772150" y="45148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flat">
            <a:solidFill>
              <a:srgbClr val="6E7C8F"/>
            </a:solidFill>
            <a:prstDash val="solid"/>
            <a:miter/>
            <a:tailEnd type="triangle" w="sm" len="sm"/>
          </a:ln>
        </p:spPr>
      </p:cxnSp>
      <p:cxnSp>
        <p:nvCxnSpPr>
          <p:cNvPr id="273" name="fig1-sandbox-decision-b"/>
          <p:cNvCxnSpPr>
            <a:stCxn xmlns:a="http://schemas.openxmlformats.org/drawingml/2006/main" id="97" idx="3"/>
            <a:endCxn xmlns:a="http://schemas.openxmlformats.org/drawingml/2006/main" id="128" idx="1"/>
          </p:cNvCxnSpPr>
          <p:nvPr/>
        </p:nvCxnSpPr>
        <p:spPr>
          <a:xfrm xmlns:a="http://schemas.openxmlformats.org/drawingml/2006/main">
            <a:off x="10115550" y="45148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flat">
            <a:solidFill>
              <a:srgbClr val="6E7C8F"/>
            </a:solidFill>
            <a:prstDash val="solid"/>
            <a:miter/>
            <a:tailEnd type="triangle" w="sm" len="sm"/>
          </a:ln>
        </p:spPr>
      </p:cxnSp>
      <p:sp>
        <p:nvSpPr>
          <p:cNvPr id="137" name="fig1-footer">
            <a:extLst xmlns:a="http://schemas.openxmlformats.org/drawingml/2006/main">
              <a:ext uri="{FF2B5EF4-FFF2-40B4-BE49-F238E27FC236}">
                <a16:creationId xmlns:a16="http://schemas.microsoft.com/office/drawing/2014/main" id="{669D6C00-DE69-436B-9607-90E30F2B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924550"/>
            <a:ext cx="14554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D9E1EA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只看模型效用：两次编辑都更利于预测　｜　双信号验收：故障尖峰提交，真实极值回滚</a:t>
            </a:r>
          </a:p>
        </p:txBody>
      </p:sp>
    </p:spTree>
    <p:extLst>
      <p:ext uri="{BB962C8B-B14F-4D97-AF65-F5344CB8AC3E}">
        <p14:creationId xmlns:p14="http://schemas.microsoft.com/office/powerpoint/2010/main" val="760698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5" name="fig2-title">
            <a:extLst xmlns:a="http://schemas.openxmlformats.org/drawingml/2006/main">
              <a:ext uri="{FF2B5EF4-FFF2-40B4-BE49-F238E27FC236}">
                <a16:creationId xmlns:a16="http://schemas.microsoft.com/office/drawing/2014/main" id="{8FB61994-BE3A-4C7A-AEC8-2B3ED77B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71450"/>
            <a:ext cx="1455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>
                <a:solidFill>
                  <a:srgbClr val="172033"/>
                </a:solidFill>
              </a:defRPr>
            </a:pPr>
            <a:r>
              <a:rPr sz="2250" b="1" i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图2  </a:t>
            </a:r>
            <a:r>
              <a:rPr sz="2250" b="1" i="0">
                <a:solidFill>
                  <a:srgbClr val="172033"/>
                </a:solidFill>
                <a:latin typeface="Calibri"/>
                <a:ea typeface="Calibri"/>
                <a:cs typeface="Calibri"/>
              </a:rPr>
              <a:t>IntroAct-TS</a:t>
            </a:r>
            <a:r>
              <a:rPr sz="2250" b="1" i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：可验证、可回滚的时序数据治理框架</a:t>
            </a:r>
          </a:p>
        </p:txBody>
      </p:sp>
      <p:sp>
        <p:nvSpPr>
          <p:cNvPr id="2" name="fig2-subtitle">
            <a:extLst xmlns:a="http://schemas.openxmlformats.org/drawingml/2006/main">
              <a:ext uri="{FF2B5EF4-FFF2-40B4-BE49-F238E27FC236}">
                <a16:creationId xmlns:a16="http://schemas.microsoft.com/office/drawing/2014/main" id="{D82800FB-F218-4DEA-9311-6433F773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28650"/>
            <a:ext cx="1455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rPr>
              <a:t>观察 → 证据获取 → 沙箱试执行 → 重新测量 → 合取验收 → 提交/回滚 → 反馈治理</a:t>
            </a:r>
          </a:p>
        </p:txBody>
      </p:sp>
      <p:sp>
        <p:nvSpPr>
          <p:cNvPr id="3" name="fig2-head-input">
            <a:extLst xmlns:a="http://schemas.openxmlformats.org/drawingml/2006/main">
              <a:ext uri="{FF2B5EF4-FFF2-40B4-BE49-F238E27FC236}">
                <a16:creationId xmlns:a16="http://schemas.microsoft.com/office/drawing/2014/main" id="{7A233C06-AF16-4D61-85FE-A3DF5C28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2F6FB2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数据准备边界</a:t>
            </a:r>
          </a:p>
        </p:txBody>
      </p:sp>
      <p:sp>
        <p:nvSpPr>
          <p:cNvPr id="4" name="fig2-body-input">
            <a:extLst xmlns:a="http://schemas.openxmlformats.org/drawingml/2006/main">
              <a:ext uri="{FF2B5EF4-FFF2-40B4-BE49-F238E27FC236}">
                <a16:creationId xmlns:a16="http://schemas.microsoft.com/office/drawing/2014/main" id="{37A88AAD-E5F2-4505-8C88-CA7E3272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85900"/>
            <a:ext cx="171450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C"/>
          </a:solidFill>
          <a:ln xmlns:a="http://schemas.openxmlformats.org/drawingml/2006/main" w="13335">
            <a:solidFill>
              <a:srgbClr val="2F6FB2"/>
            </a:solidFill>
            <a:prstDash val="solid"/>
          </a:ln>
        </p:spPr>
      </p:sp>
      <p:sp>
        <p:nvSpPr>
          <p:cNvPr id="5" name="fig2-head-stage1">
            <a:extLst xmlns:a="http://schemas.openxmlformats.org/drawingml/2006/main">
              <a:ext uri="{FF2B5EF4-FFF2-40B4-BE49-F238E27FC236}">
                <a16:creationId xmlns:a16="http://schemas.microsoft.com/office/drawing/2014/main" id="{C85D124B-7569-4470-AC99-9134EFE9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9525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C86"/>
          </a:solidFill>
          <a:ln xmlns:a="http://schemas.openxmlformats.org/drawingml/2006/main" w="9525">
            <a:solidFill>
              <a:srgbClr val="278C86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1｜证据获取</a:t>
            </a:r>
          </a:p>
        </p:txBody>
      </p:sp>
      <p:sp>
        <p:nvSpPr>
          <p:cNvPr id="6" name="fig2-body-stage1">
            <a:extLst xmlns:a="http://schemas.openxmlformats.org/drawingml/2006/main">
              <a:ext uri="{FF2B5EF4-FFF2-40B4-BE49-F238E27FC236}">
                <a16:creationId xmlns:a16="http://schemas.microsoft.com/office/drawing/2014/main" id="{446A89C3-6B67-481F-A3B2-038482ED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85900"/>
            <a:ext cx="23812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2"/>
          </a:solidFill>
          <a:ln xmlns:a="http://schemas.openxmlformats.org/drawingml/2006/main" w="13335">
            <a:solidFill>
              <a:srgbClr val="278C86"/>
            </a:solidFill>
            <a:prstDash val="solid"/>
          </a:ln>
        </p:spPr>
      </p:sp>
      <p:sp>
        <p:nvSpPr>
          <p:cNvPr id="7" name="fig2-head-stage2">
            <a:extLst xmlns:a="http://schemas.openxmlformats.org/drawingml/2006/main">
              <a:ext uri="{FF2B5EF4-FFF2-40B4-BE49-F238E27FC236}">
                <a16:creationId xmlns:a16="http://schemas.microsoft.com/office/drawing/2014/main" id="{E7E70C76-3AD2-455E-B650-700D5C29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95250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35"/>
          </a:solidFill>
          <a:ln xmlns:a="http://schemas.openxmlformats.org/drawingml/2006/main" w="9525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2｜沙箱干预</a:t>
            </a:r>
          </a:p>
        </p:txBody>
      </p:sp>
      <p:sp>
        <p:nvSpPr>
          <p:cNvPr id="8" name="fig2-body-stage2">
            <a:extLst xmlns:a="http://schemas.openxmlformats.org/drawingml/2006/main">
              <a:ext uri="{FF2B5EF4-FFF2-40B4-BE49-F238E27FC236}">
                <a16:creationId xmlns:a16="http://schemas.microsoft.com/office/drawing/2014/main" id="{79153EE1-D8CD-4C56-A7E5-5D8B2FEB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485900"/>
            <a:ext cx="266700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F"/>
          </a:solidFill>
          <a:ln xmlns:a="http://schemas.openxmlformats.org/drawingml/2006/main" w="13335">
            <a:solidFill>
              <a:srgbClr val="E58A35"/>
            </a:solidFill>
            <a:prstDash val="solid"/>
          </a:ln>
        </p:spPr>
      </p:sp>
      <p:sp>
        <p:nvSpPr>
          <p:cNvPr id="9" name="fig2-head-stage3">
            <a:extLst xmlns:a="http://schemas.openxmlformats.org/drawingml/2006/main">
              <a:ext uri="{FF2B5EF4-FFF2-40B4-BE49-F238E27FC236}">
                <a16:creationId xmlns:a16="http://schemas.microsoft.com/office/drawing/2014/main" id="{B08D3365-7AFA-4025-9B2E-D8BB8838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952500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35C"/>
          </a:solidFill>
          <a:ln xmlns:a="http://schemas.openxmlformats.org/drawingml/2006/main" w="9525">
            <a:solidFill>
              <a:srgbClr val="D9635C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3｜合取验收</a:t>
            </a:r>
          </a:p>
        </p:txBody>
      </p:sp>
      <p:sp>
        <p:nvSpPr>
          <p:cNvPr id="10" name="fig2-body-stage3">
            <a:extLst xmlns:a="http://schemas.openxmlformats.org/drawingml/2006/main">
              <a:ext uri="{FF2B5EF4-FFF2-40B4-BE49-F238E27FC236}">
                <a16:creationId xmlns:a16="http://schemas.microsoft.com/office/drawing/2014/main" id="{A5961F4B-F807-4286-BD52-AA117218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485900"/>
            <a:ext cx="304800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BE9"/>
          </a:solidFill>
          <a:ln xmlns:a="http://schemas.openxmlformats.org/drawingml/2006/main" w="19050">
            <a:solidFill>
              <a:srgbClr val="D9635C"/>
            </a:solidFill>
            <a:prstDash val="solid"/>
          </a:ln>
        </p:spPr>
      </p:sp>
      <p:sp>
        <p:nvSpPr>
          <p:cNvPr id="11" name="fig2-head-stage4">
            <a:extLst xmlns:a="http://schemas.openxmlformats.org/drawingml/2006/main">
              <a:ext uri="{FF2B5EF4-FFF2-40B4-BE49-F238E27FC236}">
                <a16:creationId xmlns:a16="http://schemas.microsoft.com/office/drawing/2014/main" id="{EEF69AB2-50B3-46EA-88AF-827B3A5C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9525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64A8"/>
          </a:solidFill>
          <a:ln xmlns:a="http://schemas.openxmlformats.org/drawingml/2006/main" w="9525">
            <a:solidFill>
              <a:srgbClr val="7464A8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4｜反馈治理</a:t>
            </a:r>
          </a:p>
        </p:txBody>
      </p:sp>
      <p:sp>
        <p:nvSpPr>
          <p:cNvPr id="12" name="fig2-body-stage4">
            <a:extLst xmlns:a="http://schemas.openxmlformats.org/drawingml/2006/main">
              <a:ext uri="{FF2B5EF4-FFF2-40B4-BE49-F238E27FC236}">
                <a16:creationId xmlns:a16="http://schemas.microsoft.com/office/drawing/2014/main" id="{960325EC-6455-4FFB-82BD-1F3E222C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1485900"/>
            <a:ext cx="18097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8"/>
          </a:solidFill>
          <a:ln xmlns:a="http://schemas.openxmlformats.org/drawingml/2006/main" w="13335">
            <a:solidFill>
              <a:srgbClr val="7464A8"/>
            </a:solidFill>
            <a:prstDash val="solid"/>
          </a:ln>
        </p:spPr>
      </p:sp>
      <p:sp>
        <p:nvSpPr>
          <p:cNvPr id="13" name="fig2-head-output">
            <a:extLst xmlns:a="http://schemas.openxmlformats.org/drawingml/2006/main">
              <a:ext uri="{FF2B5EF4-FFF2-40B4-BE49-F238E27FC236}">
                <a16:creationId xmlns:a16="http://schemas.microsoft.com/office/drawing/2014/main" id="{28445223-1977-4463-BBA7-7A3D3C2E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5250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B57"/>
          </a:solidFill>
          <a:ln xmlns:a="http://schemas.openxmlformats.org/drawingml/2006/main" w="9525">
            <a:solidFill>
              <a:srgbClr val="3E8B57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治理输出</a:t>
            </a:r>
          </a:p>
        </p:txBody>
      </p:sp>
      <p:sp>
        <p:nvSpPr>
          <p:cNvPr id="14" name="fig2-body-output">
            <a:extLst xmlns:a="http://schemas.openxmlformats.org/drawingml/2006/main">
              <a:ext uri="{FF2B5EF4-FFF2-40B4-BE49-F238E27FC236}">
                <a16:creationId xmlns:a16="http://schemas.microsoft.com/office/drawing/2014/main" id="{61586B9F-C3B2-4179-9165-C09C86A1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1485900"/>
            <a:ext cx="15049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B"/>
          </a:solidFill>
          <a:ln xmlns:a="http://schemas.openxmlformats.org/drawingml/2006/main" w="13335">
            <a:solidFill>
              <a:srgbClr val="3E8B57"/>
            </a:solidFill>
            <a:prstDash val="solid"/>
          </a:ln>
        </p:spPr>
      </p:sp>
      <p:cxnSp>
        <p:nvCxnSpPr>
          <p:cNvPr id="169" name="fig2-main-input-stage1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057400" y="32861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flat">
            <a:solidFill>
              <a:srgbClr val="6E7C8F"/>
            </a:solidFill>
            <a:prstDash val="solid"/>
            <a:miter/>
            <a:tailEnd type="triangle" w="sm" len="sm"/>
          </a:ln>
        </p:spPr>
      </p:cxnSp>
      <p:cxnSp>
        <p:nvCxnSpPr>
          <p:cNvPr id="170" name="fig2-main-stage1-stage2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24400" y="32861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flat">
            <a:solidFill>
              <a:srgbClr val="6E7C8F"/>
            </a:solidFill>
            <a:prstDash val="solid"/>
            <a:miter/>
            <a:tailEnd type="triangle" w="sm" len="sm"/>
          </a:ln>
        </p:spPr>
      </p:cxnSp>
      <p:cxnSp>
        <p:nvCxnSpPr>
          <p:cNvPr id="171" name="fig2-main-stage2-stage3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677150" y="32861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flat">
            <a:solidFill>
              <a:srgbClr val="6E7C8F"/>
            </a:solidFill>
            <a:prstDash val="solid"/>
            <a:miter/>
            <a:tailEnd type="triangle" w="sm" len="sm"/>
          </a:ln>
        </p:spPr>
      </p:cxnSp>
      <p:cxnSp>
        <p:nvCxnSpPr>
          <p:cNvPr id="172" name="fig2-main-stage3-stage4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1010900" y="32861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flat">
            <a:solidFill>
              <a:srgbClr val="6E7C8F"/>
            </a:solidFill>
            <a:prstDash val="solid"/>
            <a:miter/>
            <a:tailEnd type="triangle" w="sm" len="sm"/>
          </a:ln>
        </p:spPr>
      </p:cxnSp>
      <p:cxnSp>
        <p:nvCxnSpPr>
          <p:cNvPr id="173" name="fig2-main-stage4-output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3106400" y="32861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flat">
            <a:solidFill>
              <a:srgbClr val="6E7C8F"/>
            </a:solidFill>
            <a:prstDash val="solid"/>
            <a:miter/>
            <a:tailEnd type="triangle" w="sm" len="sm"/>
          </a:ln>
        </p:spPr>
      </p:cxnSp>
      <p:sp>
        <p:nvSpPr>
          <p:cNvPr id="20" name="fig2-input-title">
            <a:extLst xmlns:a="http://schemas.openxmlformats.org/drawingml/2006/main">
              <a:ext uri="{FF2B5EF4-FFF2-40B4-BE49-F238E27FC236}">
                <a16:creationId xmlns:a16="http://schemas.microsoft.com/office/drawing/2014/main" id="{E2544F5E-38E5-4CCB-B442-9CD7B6BC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00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FB2"/>
                </a:solidFill>
                <a:latin typeface="Microsoft YaHei"/>
                <a:ea typeface="Microsoft YaHei"/>
                <a:cs typeface="Microsoft YaHei"/>
              </a:rPr>
              <a:t>原始时序语料</a:t>
            </a:r>
          </a:p>
        </p:txBody>
      </p:sp>
      <p:sp>
        <p:nvSpPr>
          <p:cNvPr id="21" name="fig2-raw-series-frame">
            <a:extLst xmlns:a="http://schemas.openxmlformats.org/drawingml/2006/main">
              <a:ext uri="{FF2B5EF4-FFF2-40B4-BE49-F238E27FC236}">
                <a16:creationId xmlns:a16="http://schemas.microsoft.com/office/drawing/2014/main" id="{48D18139-A2F0-4AEC-8642-E3763617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1409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B8FD1"/>
            </a:solidFill>
            <a:prstDash val="solid"/>
          </a:ln>
        </p:spPr>
      </p:sp>
      <p:sp>
        <p:nvSpPr>
          <p:cNvPr id="22" name="fig2-raw-series-1-axis">
            <a:extLst xmlns:a="http://schemas.openxmlformats.org/drawingml/2006/main">
              <a:ext uri="{FF2B5EF4-FFF2-40B4-BE49-F238E27FC236}">
                <a16:creationId xmlns:a16="http://schemas.microsoft.com/office/drawing/2014/main" id="{1CF98D8A-3286-4261-9028-9549D2ED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2314575"/>
            <a:ext cx="118110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23" name="fig2-raw-series-1-1">
            <a:extLst xmlns:a="http://schemas.openxmlformats.org/drawingml/2006/main">
              <a:ext uri="{FF2B5EF4-FFF2-40B4-BE49-F238E27FC236}">
                <a16:creationId xmlns:a16="http://schemas.microsoft.com/office/drawing/2014/main" id="{C05FF3D7-F937-4507-A277-A59B9B4E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9600" y="2214563"/>
            <a:ext cx="147638" cy="16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24" name="fig2-raw-series-1-2">
            <a:extLst xmlns:a="http://schemas.openxmlformats.org/drawingml/2006/main">
              <a:ext uri="{FF2B5EF4-FFF2-40B4-BE49-F238E27FC236}">
                <a16:creationId xmlns:a16="http://schemas.microsoft.com/office/drawing/2014/main" id="{74B6A00D-473E-4372-A132-B9E8A503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57238" y="2195513"/>
            <a:ext cx="147638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25" name="fig2-raw-series-1-3">
            <a:extLst xmlns:a="http://schemas.openxmlformats.org/drawingml/2006/main">
              <a:ext uri="{FF2B5EF4-FFF2-40B4-BE49-F238E27FC236}">
                <a16:creationId xmlns:a16="http://schemas.microsoft.com/office/drawing/2014/main" id="{31E7BDF7-F0C8-4D5F-966E-959D3D34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4875" y="2195513"/>
            <a:ext cx="14763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26" name="fig2-raw-series-1-4">
            <a:extLst xmlns:a="http://schemas.openxmlformats.org/drawingml/2006/main">
              <a:ext uri="{FF2B5EF4-FFF2-40B4-BE49-F238E27FC236}">
                <a16:creationId xmlns:a16="http://schemas.microsoft.com/office/drawing/2014/main" id="{2C670DDF-10F6-40EF-AFCC-57C604FD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52513" y="2176463"/>
            <a:ext cx="147638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27" name="fig2-raw-series-1-5">
            <a:extLst xmlns:a="http://schemas.openxmlformats.org/drawingml/2006/main">
              <a:ext uri="{FF2B5EF4-FFF2-40B4-BE49-F238E27FC236}">
                <a16:creationId xmlns:a16="http://schemas.microsoft.com/office/drawing/2014/main" id="{91A57890-FD98-45D1-B823-1DC21D33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00150" y="2176463"/>
            <a:ext cx="147638" cy="119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28" name="fig2-raw-series-1-6">
            <a:extLst xmlns:a="http://schemas.openxmlformats.org/drawingml/2006/main">
              <a:ext uri="{FF2B5EF4-FFF2-40B4-BE49-F238E27FC236}">
                <a16:creationId xmlns:a16="http://schemas.microsoft.com/office/drawing/2014/main" id="{2A51FF81-4871-436C-B68A-9F8209FE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47788" y="2166938"/>
            <a:ext cx="147638" cy="214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29" name="fig2-raw-series-1-7">
            <a:extLst xmlns:a="http://schemas.openxmlformats.org/drawingml/2006/main">
              <a:ext uri="{FF2B5EF4-FFF2-40B4-BE49-F238E27FC236}">
                <a16:creationId xmlns:a16="http://schemas.microsoft.com/office/drawing/2014/main" id="{EC33542E-9299-400A-9AD5-0C0EFE52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95425" y="2166938"/>
            <a:ext cx="147638" cy="142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30" name="fig2-raw-series-1-8">
            <a:extLst xmlns:a="http://schemas.openxmlformats.org/drawingml/2006/main">
              <a:ext uri="{FF2B5EF4-FFF2-40B4-BE49-F238E27FC236}">
                <a16:creationId xmlns:a16="http://schemas.microsoft.com/office/drawing/2014/main" id="{1A1B11D9-CD67-4462-8D70-19A172DE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643063" y="2157413"/>
            <a:ext cx="147638" cy="238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31" name="fig2-raw-series-2-axis">
            <a:extLst xmlns:a="http://schemas.openxmlformats.org/drawingml/2006/main">
              <a:ext uri="{FF2B5EF4-FFF2-40B4-BE49-F238E27FC236}">
                <a16:creationId xmlns:a16="http://schemas.microsoft.com/office/drawing/2014/main" id="{3FBBD3DF-7A60-4B73-A4EC-ACF7E5B8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2619375"/>
            <a:ext cx="118110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2" name="fig2-raw-series-2-1">
            <a:extLst xmlns:a="http://schemas.openxmlformats.org/drawingml/2006/main">
              <a:ext uri="{FF2B5EF4-FFF2-40B4-BE49-F238E27FC236}">
                <a16:creationId xmlns:a16="http://schemas.microsoft.com/office/drawing/2014/main" id="{A7436847-9C88-4A0F-AB9E-18A24588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9600" y="2540794"/>
            <a:ext cx="147638" cy="119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58A35"/>
            </a:solidFill>
            <a:prstDash val="solid"/>
          </a:ln>
        </p:spPr>
      </p:sp>
      <p:sp>
        <p:nvSpPr>
          <p:cNvPr id="33" name="fig2-raw-series-2-2">
            <a:extLst xmlns:a="http://schemas.openxmlformats.org/drawingml/2006/main">
              <a:ext uri="{FF2B5EF4-FFF2-40B4-BE49-F238E27FC236}">
                <a16:creationId xmlns:a16="http://schemas.microsoft.com/office/drawing/2014/main" id="{44227D23-0C1B-48E9-B951-A56466C0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57238" y="2528888"/>
            <a:ext cx="147638" cy="119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58A35"/>
            </a:solidFill>
            <a:prstDash val="solid"/>
          </a:ln>
        </p:spPr>
      </p:sp>
      <p:sp>
        <p:nvSpPr>
          <p:cNvPr id="34" name="fig2-raw-series-2-3">
            <a:extLst xmlns:a="http://schemas.openxmlformats.org/drawingml/2006/main">
              <a:ext uri="{FF2B5EF4-FFF2-40B4-BE49-F238E27FC236}">
                <a16:creationId xmlns:a16="http://schemas.microsoft.com/office/drawing/2014/main" id="{879DC8FE-611C-426A-B51A-1BEF593D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04875" y="2514600"/>
            <a:ext cx="147638" cy="142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58A35"/>
            </a:solidFill>
            <a:prstDash val="solid"/>
          </a:ln>
        </p:spPr>
      </p:sp>
      <p:sp>
        <p:nvSpPr>
          <p:cNvPr id="35" name="fig2-raw-series-2-4">
            <a:extLst xmlns:a="http://schemas.openxmlformats.org/drawingml/2006/main">
              <a:ext uri="{FF2B5EF4-FFF2-40B4-BE49-F238E27FC236}">
                <a16:creationId xmlns:a16="http://schemas.microsoft.com/office/drawing/2014/main" id="{B37CB147-522C-439D-888E-3B32FC05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52513" y="2514600"/>
            <a:ext cx="147638" cy="71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58A35"/>
            </a:solidFill>
            <a:prstDash val="solid"/>
          </a:ln>
        </p:spPr>
      </p:sp>
      <p:sp>
        <p:nvSpPr>
          <p:cNvPr id="36" name="fig2-raw-series-2-5">
            <a:extLst xmlns:a="http://schemas.openxmlformats.org/drawingml/2006/main">
              <a:ext uri="{FF2B5EF4-FFF2-40B4-BE49-F238E27FC236}">
                <a16:creationId xmlns:a16="http://schemas.microsoft.com/office/drawing/2014/main" id="{643D40A5-12F2-46D3-B110-E5C08103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00150" y="2509838"/>
            <a:ext cx="147638" cy="119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58A35"/>
            </a:solidFill>
            <a:prstDash val="solid"/>
          </a:ln>
        </p:spPr>
      </p:sp>
      <p:sp>
        <p:nvSpPr>
          <p:cNvPr id="37" name="fig2-raw-series-2-6">
            <a:extLst xmlns:a="http://schemas.openxmlformats.org/drawingml/2006/main">
              <a:ext uri="{FF2B5EF4-FFF2-40B4-BE49-F238E27FC236}">
                <a16:creationId xmlns:a16="http://schemas.microsoft.com/office/drawing/2014/main" id="{7131788F-CD91-45CA-AB8F-8D0AE52E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47788" y="2500313"/>
            <a:ext cx="14763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58A35"/>
            </a:solidFill>
            <a:prstDash val="solid"/>
          </a:ln>
        </p:spPr>
      </p:sp>
      <p:sp>
        <p:nvSpPr>
          <p:cNvPr id="38" name="fig2-raw-series-2-7">
            <a:extLst xmlns:a="http://schemas.openxmlformats.org/drawingml/2006/main">
              <a:ext uri="{FF2B5EF4-FFF2-40B4-BE49-F238E27FC236}">
                <a16:creationId xmlns:a16="http://schemas.microsoft.com/office/drawing/2014/main" id="{DE56F21C-CBCF-4CFB-B144-9E736947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95425" y="2483644"/>
            <a:ext cx="147638" cy="16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58A35"/>
            </a:solidFill>
            <a:prstDash val="solid"/>
          </a:ln>
        </p:spPr>
      </p:sp>
      <p:sp>
        <p:nvSpPr>
          <p:cNvPr id="39" name="fig2-raw-series-2-8">
            <a:extLst xmlns:a="http://schemas.openxmlformats.org/drawingml/2006/main">
              <a:ext uri="{FF2B5EF4-FFF2-40B4-BE49-F238E27FC236}">
                <a16:creationId xmlns:a16="http://schemas.microsoft.com/office/drawing/2014/main" id="{E19E6969-02E1-4B96-BB72-95B8E0E6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43063" y="2483644"/>
            <a:ext cx="147638" cy="119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58A35"/>
            </a:solidFill>
            <a:prstDash val="solid"/>
          </a:ln>
        </p:spPr>
      </p:sp>
      <p:sp>
        <p:nvSpPr>
          <p:cNvPr id="40" name="fig2-raw-series-3-axis">
            <a:extLst xmlns:a="http://schemas.openxmlformats.org/drawingml/2006/main">
              <a:ext uri="{FF2B5EF4-FFF2-40B4-BE49-F238E27FC236}">
                <a16:creationId xmlns:a16="http://schemas.microsoft.com/office/drawing/2014/main" id="{D33BCE8E-18C6-4325-93C3-DD258010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2924175"/>
            <a:ext cx="118110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41" name="fig2-raw-series-3-1">
            <a:extLst xmlns:a="http://schemas.openxmlformats.org/drawingml/2006/main">
              <a:ext uri="{FF2B5EF4-FFF2-40B4-BE49-F238E27FC236}">
                <a16:creationId xmlns:a16="http://schemas.microsoft.com/office/drawing/2014/main" id="{165AC484-B14F-4D26-92A5-11F263FA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2800350"/>
            <a:ext cx="147638" cy="142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B94A4A"/>
            </a:solidFill>
            <a:prstDash val="solid"/>
          </a:ln>
        </p:spPr>
      </p:sp>
      <p:sp>
        <p:nvSpPr>
          <p:cNvPr id="42" name="fig2-raw-series-3-2">
            <a:extLst xmlns:a="http://schemas.openxmlformats.org/drawingml/2006/main">
              <a:ext uri="{FF2B5EF4-FFF2-40B4-BE49-F238E27FC236}">
                <a16:creationId xmlns:a16="http://schemas.microsoft.com/office/drawing/2014/main" id="{A66BAE5D-1746-47A0-8E02-A344DC5F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57238" y="2793206"/>
            <a:ext cx="147638" cy="214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B94A4A"/>
            </a:solidFill>
            <a:prstDash val="solid"/>
          </a:ln>
        </p:spPr>
      </p:sp>
      <p:sp>
        <p:nvSpPr>
          <p:cNvPr id="43" name="fig2-raw-series-3-3">
            <a:extLst xmlns:a="http://schemas.openxmlformats.org/drawingml/2006/main">
              <a:ext uri="{FF2B5EF4-FFF2-40B4-BE49-F238E27FC236}">
                <a16:creationId xmlns:a16="http://schemas.microsoft.com/office/drawing/2014/main" id="{8F5DD436-FFDA-4494-8FDA-31881CAC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04875" y="2781300"/>
            <a:ext cx="147638" cy="119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B94A4A"/>
            </a:solidFill>
            <a:prstDash val="solid"/>
          </a:ln>
        </p:spPr>
      </p:sp>
      <p:sp>
        <p:nvSpPr>
          <p:cNvPr id="44" name="fig2-raw-series-3-4">
            <a:extLst xmlns:a="http://schemas.openxmlformats.org/drawingml/2006/main">
              <a:ext uri="{FF2B5EF4-FFF2-40B4-BE49-F238E27FC236}">
                <a16:creationId xmlns:a16="http://schemas.microsoft.com/office/drawing/2014/main" id="{82604BAD-9C4E-463A-822E-5A5A85C1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52513" y="2781300"/>
            <a:ext cx="147638" cy="142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B94A4A"/>
            </a:solidFill>
            <a:prstDash val="solid"/>
          </a:ln>
        </p:spPr>
      </p:sp>
      <p:sp>
        <p:nvSpPr>
          <p:cNvPr id="45" name="fig2-raw-series-3-5">
            <a:extLst xmlns:a="http://schemas.openxmlformats.org/drawingml/2006/main">
              <a:ext uri="{FF2B5EF4-FFF2-40B4-BE49-F238E27FC236}">
                <a16:creationId xmlns:a16="http://schemas.microsoft.com/office/drawing/2014/main" id="{CCF10506-D9D0-48B0-885A-67EF8FB8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00150" y="2774156"/>
            <a:ext cx="147638" cy="214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B94A4A"/>
            </a:solidFill>
            <a:prstDash val="solid"/>
          </a:ln>
        </p:spPr>
      </p:sp>
      <p:sp>
        <p:nvSpPr>
          <p:cNvPr id="46" name="fig2-raw-series-3-6">
            <a:extLst xmlns:a="http://schemas.openxmlformats.org/drawingml/2006/main">
              <a:ext uri="{FF2B5EF4-FFF2-40B4-BE49-F238E27FC236}">
                <a16:creationId xmlns:a16="http://schemas.microsoft.com/office/drawing/2014/main" id="{5F5EEA4C-58CC-4F02-A189-B7376115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347788" y="2774156"/>
            <a:ext cx="147638" cy="119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B94A4A"/>
            </a:solidFill>
            <a:prstDash val="solid"/>
          </a:ln>
        </p:spPr>
      </p:sp>
      <p:sp>
        <p:nvSpPr>
          <p:cNvPr id="47" name="fig2-raw-series-3-7">
            <a:extLst xmlns:a="http://schemas.openxmlformats.org/drawingml/2006/main">
              <a:ext uri="{FF2B5EF4-FFF2-40B4-BE49-F238E27FC236}">
                <a16:creationId xmlns:a16="http://schemas.microsoft.com/office/drawing/2014/main" id="{5F7021EB-FFAF-4EA6-B30A-D868F1DD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95425" y="2762250"/>
            <a:ext cx="147638" cy="238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B94A4A"/>
            </a:solidFill>
            <a:prstDash val="solid"/>
          </a:ln>
        </p:spPr>
      </p:sp>
      <p:sp>
        <p:nvSpPr>
          <p:cNvPr id="48" name="fig2-raw-series-3-8">
            <a:extLst xmlns:a="http://schemas.openxmlformats.org/drawingml/2006/main">
              <a:ext uri="{FF2B5EF4-FFF2-40B4-BE49-F238E27FC236}">
                <a16:creationId xmlns:a16="http://schemas.microsoft.com/office/drawing/2014/main" id="{FDA83A65-47C9-4BAC-8F96-388F9150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43063" y="2762250"/>
            <a:ext cx="147638" cy="142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B94A4A"/>
            </a:solidFill>
            <a:prstDash val="solid"/>
          </a:ln>
        </p:spPr>
      </p:sp>
      <p:sp>
        <p:nvSpPr>
          <p:cNvPr id="49" name="fig2-raw-labels">
            <a:extLst xmlns:a="http://schemas.openxmlformats.org/drawingml/2006/main">
              <a:ext uri="{FF2B5EF4-FFF2-40B4-BE49-F238E27FC236}">
                <a16:creationId xmlns:a16="http://schemas.microsoft.com/office/drawing/2014/main" id="{0548EED6-3E57-4147-9F63-59FB749B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945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00" b="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rPr>
              <a:t>常规｜缺失｜尖峰｜噪声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900" b="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rPr>
              <a:t>水平错位｜真实极值</a:t>
            </a:r>
          </a:p>
        </p:txBody>
      </p:sp>
      <p:sp>
        <p:nvSpPr>
          <p:cNvPr id="50" name="fig2-windowing">
            <a:extLst xmlns:a="http://schemas.openxmlformats.org/drawingml/2006/main">
              <a:ext uri="{FF2B5EF4-FFF2-40B4-BE49-F238E27FC236}">
                <a16:creationId xmlns:a16="http://schemas.microsoft.com/office/drawing/2014/main" id="{0E6BF875-6862-430E-9270-A87E9F5A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133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8FD1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6FB2"/>
                </a:solidFill>
                <a:latin typeface="Microsoft YaHei"/>
                <a:ea typeface="Microsoft YaHei"/>
                <a:cs typeface="Microsoft YaHei"/>
              </a:rPr>
              <a:t>窗口化与数据管线</a:t>
            </a:r>
          </a:p>
        </p:txBody>
      </p:sp>
      <p:sp>
        <p:nvSpPr>
          <p:cNvPr id="51" name="fig2-input-boundary">
            <a:extLst xmlns:a="http://schemas.openxmlformats.org/drawingml/2006/main">
              <a:ext uri="{FF2B5EF4-FFF2-40B4-BE49-F238E27FC236}">
                <a16:creationId xmlns:a16="http://schemas.microsoft.com/office/drawing/2014/main" id="{8044C27A-B871-4890-8DA9-06359CBB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8FD1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rPr>
              <a:t>只提供窗口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rPr>
              <a:t>不直接修改数据</a:t>
            </a:r>
          </a:p>
        </p:txBody>
      </p:sp>
      <p:cxnSp>
        <p:nvCxnSpPr>
          <p:cNvPr id="206" name="fig2-input-window-boundary"/>
          <p:cNvCxnSpPr>
            <a:stCxn xmlns:a="http://schemas.openxmlformats.org/drawingml/2006/main" id="50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1200150" y="430530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5B8FD1"/>
            </a:solidFill>
            <a:prstDash val="solid"/>
            <a:miter/>
            <a:tailEnd type="triangle" w="sm" len="sm"/>
          </a:ln>
        </p:spPr>
      </p:cxnSp>
      <p:sp>
        <p:nvSpPr>
          <p:cNvPr id="53" name="fig2-statistical-profile">
            <a:extLst xmlns:a="http://schemas.openxmlformats.org/drawingml/2006/main">
              <a:ext uri="{FF2B5EF4-FFF2-40B4-BE49-F238E27FC236}">
                <a16:creationId xmlns:a16="http://schemas.microsoft.com/office/drawing/2014/main" id="{5D749DF9-954C-4495-BB1A-43EA0767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76400"/>
            <a:ext cx="990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78C86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278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8C86"/>
                </a:solidFill>
                <a:latin typeface="Microsoft YaHei"/>
                <a:ea typeface="Microsoft YaHei"/>
                <a:cs typeface="Microsoft YaHei"/>
              </a:rPr>
              <a:t>统计画像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278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8C86"/>
                </a:solidFill>
                <a:latin typeface="Microsoft YaHei"/>
                <a:ea typeface="Microsoft YaHei"/>
                <a:cs typeface="Microsoft YaHei"/>
              </a:rPr>
              <a:t>趋势·季节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278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8C86"/>
                </a:solidFill>
                <a:latin typeface="Microsoft YaHei"/>
                <a:ea typeface="Microsoft YaHei"/>
                <a:cs typeface="Microsoft YaHei"/>
              </a:rPr>
              <a:t>变点·异常</a:t>
            </a:r>
          </a:p>
        </p:txBody>
      </p:sp>
      <p:sp>
        <p:nvSpPr>
          <p:cNvPr id="54" name="fig2-behavior-probe">
            <a:extLst xmlns:a="http://schemas.openxmlformats.org/drawingml/2006/main">
              <a:ext uri="{FF2B5EF4-FFF2-40B4-BE49-F238E27FC236}">
                <a16:creationId xmlns:a16="http://schemas.microsoft.com/office/drawing/2014/main" id="{2EE73E93-AD22-4CC6-9011-35E4C0E1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76400"/>
            <a:ext cx="990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78C86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50">
                <a:solidFill>
                  <a:srgbClr val="278C86"/>
                </a:solidFill>
              </a:defRPr>
            </a:pPr>
            <a:r>
              <a:rPr sz="1050" b="1">
                <a:solidFill>
                  <a:srgbClr val="278C86"/>
                </a:solidFill>
                <a:latin typeface="Microsoft YaHei"/>
                <a:ea typeface="Microsoft YaHei"/>
                <a:cs typeface="Microsoft YaHei"/>
              </a:rPr>
              <a:t>冻结 </a:t>
            </a:r>
            <a:r>
              <a:rPr sz="1050" b="1">
                <a:solidFill>
                  <a:srgbClr val="278C86"/>
                </a:solidFill>
                <a:latin typeface="Calibri"/>
                <a:ea typeface="Calibri"/>
                <a:cs typeface="Calibri"/>
              </a:rPr>
              <a:t>TSFM</a:t>
            </a:r>
            <a:r>
              <a:rPr sz="1050" b="1">
                <a:solidFill>
                  <a:srgbClr val="278C86"/>
                </a:solidFill>
                <a:latin typeface="Microsoft YaHei"/>
                <a:ea typeface="Microsoft YaHei"/>
                <a:cs typeface="Microsoft YaHei"/>
              </a:rPr>
              <a:t>
行为探测
14维信号</a:t>
            </a:r>
          </a:p>
        </p:txBody>
      </p:sp>
      <p:sp>
        <p:nvSpPr>
          <p:cNvPr id="55" name="fig2-peer-calibration">
            <a:extLst xmlns:a="http://schemas.openxmlformats.org/drawingml/2006/main">
              <a:ext uri="{FF2B5EF4-FFF2-40B4-BE49-F238E27FC236}">
                <a16:creationId xmlns:a16="http://schemas.microsoft.com/office/drawing/2014/main" id="{8150C49C-CD15-49FE-9A57-52C26DEB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14650"/>
            <a:ext cx="180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78C86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画像同类检索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稳健中心 + 展布</a:t>
            </a:r>
          </a:p>
        </p:txBody>
      </p:sp>
      <p:sp>
        <p:nvSpPr>
          <p:cNvPr id="56" name="fig2-risk-state">
            <a:extLst xmlns:a="http://schemas.openxmlformats.org/drawingml/2006/main">
              <a:ext uri="{FF2B5EF4-FFF2-40B4-BE49-F238E27FC236}">
                <a16:creationId xmlns:a16="http://schemas.microsoft.com/office/drawing/2014/main" id="{3F900478-6982-4192-9499-6FA697A3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94335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C86"/>
          </a:solidFill>
          <a:ln xmlns:a="http://schemas.openxmlformats.org/drawingml/2006/main" w="11430">
            <a:solidFill>
              <a:srgbClr val="278C86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风险状态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行为风险（可预测性）</a:t>
            </a:r>
          </a:p>
        </p:txBody>
      </p:sp>
      <p:sp>
        <p:nvSpPr>
          <p:cNvPr id="57" name="fig2-risk-warning">
            <a:extLst xmlns:a="http://schemas.openxmlformats.org/drawingml/2006/main">
              <a:ext uri="{FF2B5EF4-FFF2-40B4-BE49-F238E27FC236}">
                <a16:creationId xmlns:a16="http://schemas.microsoft.com/office/drawing/2014/main" id="{143FAB09-FB2C-412B-A1BD-E4421B2A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6250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B94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94A4A"/>
                </a:solidFill>
                <a:latin typeface="Microsoft YaHei"/>
                <a:ea typeface="Microsoft YaHei"/>
                <a:cs typeface="Microsoft YaHei"/>
              </a:rPr>
              <a:t>不是“数据质量分数”</a:t>
            </a:r>
          </a:p>
        </p:txBody>
      </p:sp>
      <p:cxnSp>
        <p:nvCxnSpPr>
          <p:cNvPr id="212" name="fig2-stat-peer"/>
          <p:cNvCxnSpPr>
            <a:stCxn xmlns:a="http://schemas.openxmlformats.org/drawingml/2006/main" id="53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971800" y="2476500"/>
            <a:ext cx="561975" cy="438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 cap="flat">
            <a:solidFill>
              <a:srgbClr val="278C86"/>
            </a:solidFill>
            <a:prstDash val="solid"/>
            <a:miter/>
            <a:tailEnd type="triangle" w="sm" len="sm"/>
          </a:ln>
        </p:spPr>
      </p:cxnSp>
      <p:cxnSp>
        <p:nvCxnSpPr>
          <p:cNvPr id="213" name="fig2-behavior-peer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 flipH="1">
            <a:off x="3533775" y="2476500"/>
            <a:ext cx="561975" cy="438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 cap="flat">
            <a:solidFill>
              <a:srgbClr val="278C86"/>
            </a:solidFill>
            <a:prstDash val="solid"/>
            <a:miter/>
            <a:tailEnd type="triangle" w="sm" len="sm"/>
          </a:ln>
        </p:spPr>
      </p:cxnSp>
      <p:cxnSp>
        <p:nvCxnSpPr>
          <p:cNvPr id="214" name="fig2-peer-state"/>
          <p:cNvCxnSpPr>
            <a:stCxn xmlns:a="http://schemas.openxmlformats.org/drawingml/2006/main" id="55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3533775" y="348615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278C86"/>
            </a:solidFill>
            <a:prstDash val="solid"/>
            <a:miter/>
            <a:tailEnd type="triangle" w="sm" len="sm"/>
          </a:ln>
        </p:spPr>
      </p:cxnSp>
      <p:sp>
        <p:nvSpPr>
          <p:cNvPr id="61" name="fig2-action-title">
            <a:extLst xmlns:a="http://schemas.openxmlformats.org/drawingml/2006/main">
              <a:ext uri="{FF2B5EF4-FFF2-40B4-BE49-F238E27FC236}">
                <a16:creationId xmlns:a16="http://schemas.microsoft.com/office/drawing/2014/main" id="{C29FA217-B1F0-4A9F-AA8C-21B95DC8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6002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E58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58A35"/>
                </a:solidFill>
                <a:latin typeface="Microsoft YaHei"/>
                <a:ea typeface="Microsoft YaHei"/>
                <a:cs typeface="Microsoft YaHei"/>
              </a:rPr>
              <a:t>候选动作集合</a:t>
            </a:r>
          </a:p>
        </p:txBody>
      </p:sp>
      <p:sp>
        <p:nvSpPr>
          <p:cNvPr id="62" name="fig2-action-area">
            <a:extLst xmlns:a="http://schemas.openxmlformats.org/drawingml/2006/main">
              <a:ext uri="{FF2B5EF4-FFF2-40B4-BE49-F238E27FC236}">
                <a16:creationId xmlns:a16="http://schemas.microsoft.com/office/drawing/2014/main" id="{9D7C0841-E457-462E-9393-642CBEB4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85950"/>
            <a:ext cx="2400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8A35"/>
            </a:solidFill>
            <a:prstDash val="solid"/>
          </a:ln>
        </p:spPr>
      </p:sp>
      <p:sp>
        <p:nvSpPr>
          <p:cNvPr id="63" name="fig2-action-1">
            <a:extLst xmlns:a="http://schemas.openxmlformats.org/drawingml/2006/main">
              <a:ext uri="{FF2B5EF4-FFF2-40B4-BE49-F238E27FC236}">
                <a16:creationId xmlns:a16="http://schemas.microsoft.com/office/drawing/2014/main" id="{582B0986-ECD3-4134-97E9-93EFF589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431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保留</a:t>
            </a:r>
          </a:p>
        </p:txBody>
      </p:sp>
      <p:sp>
        <p:nvSpPr>
          <p:cNvPr id="64" name="fig2-action-2">
            <a:extLst xmlns:a="http://schemas.openxmlformats.org/drawingml/2006/main">
              <a:ext uri="{FF2B5EF4-FFF2-40B4-BE49-F238E27FC236}">
                <a16:creationId xmlns:a16="http://schemas.microsoft.com/office/drawing/2014/main" id="{6B965FEC-0453-47D0-A08A-B76712A8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431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插补</a:t>
            </a:r>
          </a:p>
        </p:txBody>
      </p:sp>
      <p:sp>
        <p:nvSpPr>
          <p:cNvPr id="65" name="fig2-action-3">
            <a:extLst xmlns:a="http://schemas.openxmlformats.org/drawingml/2006/main">
              <a:ext uri="{FF2B5EF4-FFF2-40B4-BE49-F238E27FC236}">
                <a16:creationId xmlns:a16="http://schemas.microsoft.com/office/drawing/2014/main" id="{29991647-407F-44C2-A409-E1D8BB0D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31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去尖峰</a:t>
            </a:r>
          </a:p>
        </p:txBody>
      </p:sp>
      <p:sp>
        <p:nvSpPr>
          <p:cNvPr id="66" name="fig2-action-4">
            <a:extLst xmlns:a="http://schemas.openxmlformats.org/drawingml/2006/main">
              <a:ext uri="{FF2B5EF4-FFF2-40B4-BE49-F238E27FC236}">
                <a16:creationId xmlns:a16="http://schemas.microsoft.com/office/drawing/2014/main" id="{5CF3DC1A-DE99-4488-BAE3-9E2A6511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431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去噪</a:t>
            </a:r>
          </a:p>
        </p:txBody>
      </p:sp>
      <p:sp>
        <p:nvSpPr>
          <p:cNvPr id="67" name="fig2-action-5">
            <a:extLst xmlns:a="http://schemas.openxmlformats.org/drawingml/2006/main">
              <a:ext uri="{FF2B5EF4-FFF2-40B4-BE49-F238E27FC236}">
                <a16:creationId xmlns:a16="http://schemas.microsoft.com/office/drawing/2014/main" id="{C092E4EB-12C8-4CE9-9803-DB9C37C3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266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重分段</a:t>
            </a:r>
          </a:p>
        </p:txBody>
      </p:sp>
      <p:sp>
        <p:nvSpPr>
          <p:cNvPr id="68" name="fig2-action-6">
            <a:extLst xmlns:a="http://schemas.openxmlformats.org/drawingml/2006/main">
              <a:ext uri="{FF2B5EF4-FFF2-40B4-BE49-F238E27FC236}">
                <a16:creationId xmlns:a16="http://schemas.microsoft.com/office/drawing/2014/main" id="{D6BE3C48-9126-4F32-8957-C1D79744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266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隔离</a:t>
            </a:r>
          </a:p>
        </p:txBody>
      </p:sp>
      <p:sp>
        <p:nvSpPr>
          <p:cNvPr id="69" name="fig2-action-7">
            <a:extLst xmlns:a="http://schemas.openxmlformats.org/drawingml/2006/main">
              <a:ext uri="{FF2B5EF4-FFF2-40B4-BE49-F238E27FC236}">
                <a16:creationId xmlns:a16="http://schemas.microsoft.com/office/drawing/2014/main" id="{ED9B6162-49C7-4D2D-B4B9-0FD0D815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266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拒绝</a:t>
            </a:r>
          </a:p>
        </p:txBody>
      </p:sp>
      <p:sp>
        <p:nvSpPr>
          <p:cNvPr id="70" name="fig2-working-copy">
            <a:extLst xmlns:a="http://schemas.openxmlformats.org/drawingml/2006/main">
              <a:ext uri="{FF2B5EF4-FFF2-40B4-BE49-F238E27FC236}">
                <a16:creationId xmlns:a16="http://schemas.microsoft.com/office/drawing/2014/main" id="{D2316969-B2FB-43FD-A6B6-FA49BD51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09900"/>
            <a:ext cx="1009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工作副本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保持不变</a:t>
            </a:r>
          </a:p>
        </p:txBody>
      </p:sp>
      <p:sp>
        <p:nvSpPr>
          <p:cNvPr id="71" name="fig2-sandbox-copy">
            <a:extLst xmlns:a="http://schemas.openxmlformats.org/drawingml/2006/main">
              <a:ext uri="{FF2B5EF4-FFF2-40B4-BE49-F238E27FC236}">
                <a16:creationId xmlns:a16="http://schemas.microsoft.com/office/drawing/2014/main" id="{2B47AA39-A30F-4EB0-8C7E-9E282C85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09900"/>
            <a:ext cx="1009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35"/>
          </a:solidFill>
          <a:ln xmlns:a="http://schemas.openxmlformats.org/drawingml/2006/main" w="11430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沙箱副本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试执行</a:t>
            </a:r>
          </a:p>
        </p:txBody>
      </p:sp>
      <p:sp>
        <p:nvSpPr>
          <p:cNvPr id="72" name="fig2-copy-note">
            <a:extLst xmlns:a="http://schemas.openxmlformats.org/drawingml/2006/main">
              <a:ext uri="{FF2B5EF4-FFF2-40B4-BE49-F238E27FC236}">
                <a16:creationId xmlns:a16="http://schemas.microsoft.com/office/drawing/2014/main" id="{68C9556C-E185-4790-AD3F-F0C4AD52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7665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E58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58A35"/>
                </a:solidFill>
                <a:latin typeface="Microsoft YaHei"/>
                <a:ea typeface="Microsoft YaHei"/>
                <a:cs typeface="Microsoft YaHei"/>
              </a:rPr>
              <a:t>复制而非覆盖</a:t>
            </a:r>
          </a:p>
        </p:txBody>
      </p:sp>
      <p:sp>
        <p:nvSpPr>
          <p:cNvPr id="73" name="fig2-remeasure">
            <a:extLst xmlns:a="http://schemas.openxmlformats.org/drawingml/2006/main">
              <a:ext uri="{FF2B5EF4-FFF2-40B4-BE49-F238E27FC236}">
                <a16:creationId xmlns:a16="http://schemas.microsoft.com/office/drawing/2014/main" id="{6A3DCA61-7CB6-4A7D-B968-D628E18D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00500"/>
            <a:ext cx="2247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同一跨度 · 同一尺度 · 重新测量</a:t>
            </a:r>
          </a:p>
        </p:txBody>
      </p:sp>
      <p:sp>
        <p:nvSpPr>
          <p:cNvPr id="74" name="fig2-delta-u">
            <a:extLst xmlns:a="http://schemas.openxmlformats.org/drawingml/2006/main">
              <a:ext uri="{FF2B5EF4-FFF2-40B4-BE49-F238E27FC236}">
                <a16:creationId xmlns:a16="http://schemas.microsoft.com/office/drawing/2014/main" id="{0335C138-2A4E-483F-BDA6-7ADF0A2D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0535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F"/>
          </a:solidFill>
          <a:ln xmlns:a="http://schemas.openxmlformats.org/drawingml/2006/main" w="11430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E58A35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>
                <a:solidFill>
                  <a:srgbClr val="E58A35"/>
                </a:solidFill>
                <a:latin typeface="Cambria Math"/>
                <a:ea typeface="Cambria Math"/>
                <a:cs typeface="Cambria Math"/>
              </a:rPr>
              <a:t>ΔU</a:t>
            </a:r>
          </a:p>
        </p:txBody>
      </p:sp>
      <p:sp>
        <p:nvSpPr>
          <p:cNvPr id="75" name="fig2-d">
            <a:extLst xmlns:a="http://schemas.openxmlformats.org/drawingml/2006/main">
              <a:ext uri="{FF2B5EF4-FFF2-40B4-BE49-F238E27FC236}">
                <a16:creationId xmlns:a16="http://schemas.microsoft.com/office/drawing/2014/main" id="{8FB4AB85-6B2B-42F6-A770-9CA3D2A6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0535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F"/>
          </a:solidFill>
          <a:ln xmlns:a="http://schemas.openxmlformats.org/drawingml/2006/main" w="11430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E58A35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>
                <a:solidFill>
                  <a:srgbClr val="E58A35"/>
                </a:solidFill>
                <a:latin typeface="Cambria Math"/>
                <a:ea typeface="Cambria Math"/>
                <a:cs typeface="Cambria Math"/>
              </a:rPr>
              <a:t>D</a:t>
            </a:r>
          </a:p>
        </p:txBody>
      </p:sp>
      <p:sp>
        <p:nvSpPr>
          <p:cNvPr id="76" name="fig2-r">
            <a:extLst xmlns:a="http://schemas.openxmlformats.org/drawingml/2006/main">
              <a:ext uri="{FF2B5EF4-FFF2-40B4-BE49-F238E27FC236}">
                <a16:creationId xmlns:a16="http://schemas.microsoft.com/office/drawing/2014/main" id="{AE2662D1-1F53-4921-82A5-840BB6CD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0535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F"/>
          </a:solidFill>
          <a:ln xmlns:a="http://schemas.openxmlformats.org/drawingml/2006/main" w="11430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E58A35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>
                <a:solidFill>
                  <a:srgbClr val="E58A35"/>
                </a:solidFill>
                <a:latin typeface="Cambria Math"/>
                <a:ea typeface="Cambria Math"/>
                <a:cs typeface="Cambria Math"/>
              </a:rPr>
              <a:t>R</a:t>
            </a:r>
          </a:p>
        </p:txBody>
      </p:sp>
      <p:cxnSp>
        <p:nvCxnSpPr>
          <p:cNvPr id="231" name="fig2-action-working"/>
          <p:cNvCxnSpPr>
            <a:stCxn xmlns:a="http://schemas.openxmlformats.org/drawingml/2006/main" id="62" idx="2"/>
            <a:endCxn xmlns:a="http://schemas.openxmlformats.org/drawingml/2006/main" id="70" idx="0"/>
          </p:cNvCxnSpPr>
          <p:nvPr/>
        </p:nvCxnSpPr>
        <p:spPr>
          <a:xfrm xmlns:a="http://schemas.openxmlformats.org/drawingml/2006/main" flipH="1">
            <a:off x="5724525" y="2647950"/>
            <a:ext cx="619125" cy="361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 cap="flat">
            <a:solidFill>
              <a:srgbClr val="E58A35"/>
            </a:solidFill>
            <a:prstDash val="solid"/>
            <a:miter/>
            <a:tailEnd type="triangle" w="sm" len="sm"/>
          </a:ln>
        </p:spPr>
      </p:cxnSp>
      <p:cxnSp>
        <p:nvCxnSpPr>
          <p:cNvPr id="232" name="fig2-working-sandbox"/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6229350" y="33051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E58A35"/>
            </a:solidFill>
            <a:prstDash val="solid"/>
            <a:miter/>
            <a:tailEnd type="triangle" w="sm" len="sm"/>
          </a:ln>
        </p:spPr>
      </p:cxnSp>
      <p:cxnSp>
        <p:nvCxnSpPr>
          <p:cNvPr id="233" name="fig2-sandbox-remeasure"/>
          <p:cNvCxnSpPr>
            <a:stCxn xmlns:a="http://schemas.openxmlformats.org/drawingml/2006/main" id="71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 flipH="1">
            <a:off x="6343650" y="3600450"/>
            <a:ext cx="619125" cy="400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 cap="flat">
            <a:solidFill>
              <a:srgbClr val="E58A35"/>
            </a:solidFill>
            <a:prstDash val="solid"/>
            <a:miter/>
            <a:tailEnd type="triangle" w="sm" len="sm"/>
          </a:ln>
        </p:spPr>
      </p:cxnSp>
      <p:sp>
        <p:nvSpPr>
          <p:cNvPr id="80" name="fig2-calibration-title">
            <a:extLst xmlns:a="http://schemas.openxmlformats.org/drawingml/2006/main">
              <a:ext uri="{FF2B5EF4-FFF2-40B4-BE49-F238E27FC236}">
                <a16:creationId xmlns:a16="http://schemas.microsoft.com/office/drawing/2014/main" id="{165A224E-C97D-4B9B-AB91-839F0ABB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0020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D96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635C"/>
                </a:solidFill>
                <a:latin typeface="Microsoft YaHei"/>
                <a:ea typeface="Microsoft YaHei"/>
                <a:cs typeface="Microsoft YaHei"/>
              </a:rPr>
              <a:t>有限样本阈值校准</a:t>
            </a:r>
          </a:p>
        </p:txBody>
      </p:sp>
      <p:sp>
        <p:nvSpPr>
          <p:cNvPr id="81" name="fig2-cal-set">
            <a:extLst xmlns:a="http://schemas.openxmlformats.org/drawingml/2006/main">
              <a:ext uri="{FF2B5EF4-FFF2-40B4-BE49-F238E27FC236}">
                <a16:creationId xmlns:a16="http://schemas.microsoft.com/office/drawing/2014/main" id="{41BBDBAE-A9FD-4670-879B-87888BB1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43100"/>
            <a:ext cx="76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635C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校准集</a:t>
            </a:r>
          </a:p>
        </p:txBody>
      </p:sp>
      <p:sp>
        <p:nvSpPr>
          <p:cNvPr id="82" name="fig2-risk-cal">
            <a:extLst xmlns:a="http://schemas.openxmlformats.org/drawingml/2006/main">
              <a:ext uri="{FF2B5EF4-FFF2-40B4-BE49-F238E27FC236}">
                <a16:creationId xmlns:a16="http://schemas.microsoft.com/office/drawing/2014/main" id="{3FE7A089-C361-417A-9AB6-CEA1493B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4310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635C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风险校准</a:t>
            </a:r>
          </a:p>
        </p:txBody>
      </p:sp>
      <p:sp>
        <p:nvSpPr>
          <p:cNvPr id="83" name="fig2-tau">
            <a:extLst xmlns:a="http://schemas.openxmlformats.org/drawingml/2006/main">
              <a:ext uri="{FF2B5EF4-FFF2-40B4-BE49-F238E27FC236}">
                <a16:creationId xmlns:a16="http://schemas.microsoft.com/office/drawing/2014/main" id="{0A99FFA4-DD1A-4665-B7FB-2DB6E311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943100"/>
            <a:ext cx="647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35C"/>
          </a:solidFill>
          <a:ln xmlns:a="http://schemas.openxmlformats.org/drawingml/2006/main" w="11430">
            <a:solidFill>
              <a:srgbClr val="D9635C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τ</a:t>
            </a:r>
          </a:p>
        </p:txBody>
      </p:sp>
      <p:sp>
        <p:nvSpPr>
          <p:cNvPr id="84" name="fig2-cal-note">
            <a:extLst xmlns:a="http://schemas.openxmlformats.org/drawingml/2006/main">
              <a:ext uri="{FF2B5EF4-FFF2-40B4-BE49-F238E27FC236}">
                <a16:creationId xmlns:a16="http://schemas.microsoft.com/office/drawing/2014/main" id="{95368491-E9A5-41DF-AE02-41D18EB1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95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rPr>
              <a:t>语料构成变化时重新校准</a:t>
            </a:r>
          </a:p>
        </p:txBody>
      </p:sp>
      <p:sp>
        <p:nvSpPr>
          <p:cNvPr id="85" name="fig2-acceptance">
            <a:extLst xmlns:a="http://schemas.openxmlformats.org/drawingml/2006/main">
              <a:ext uri="{FF2B5EF4-FFF2-40B4-BE49-F238E27FC236}">
                <a16:creationId xmlns:a16="http://schemas.microsoft.com/office/drawing/2014/main" id="{4A4B25D8-233D-4905-9A05-15E2FD58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95600"/>
            <a:ext cx="2590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635C"/>
            </a:solidFill>
            <a:prstDash val="solid"/>
          </a:ln>
        </p:spPr>
      </p:sp>
      <p:sp>
        <p:nvSpPr>
          <p:cNvPr id="86" name="fig2-acceptance-title">
            <a:extLst xmlns:a="http://schemas.openxmlformats.org/drawingml/2006/main">
              <a:ext uri="{FF2B5EF4-FFF2-40B4-BE49-F238E27FC236}">
                <a16:creationId xmlns:a16="http://schemas.microsoft.com/office/drawing/2014/main" id="{F806559A-314D-4832-8D9B-2B86A2C3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908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D96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635C"/>
                </a:solidFill>
                <a:latin typeface="Microsoft YaHei"/>
                <a:ea typeface="Microsoft YaHei"/>
                <a:cs typeface="Microsoft YaHei"/>
              </a:rPr>
              <a:t>执行时合取验收</a:t>
            </a:r>
          </a:p>
        </p:txBody>
      </p:sp>
      <p:sp>
        <p:nvSpPr>
          <p:cNvPr id="87" name="fig2-acceptance-formula">
            <a:extLst xmlns:a="http://schemas.openxmlformats.org/drawingml/2006/main">
              <a:ext uri="{FF2B5EF4-FFF2-40B4-BE49-F238E27FC236}">
                <a16:creationId xmlns:a16="http://schemas.microsoft.com/office/drawing/2014/main" id="{F868B7DC-CF08-4D2D-909E-B00C4238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147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ΔU &gt; ε   ∧   D &lt; τ   ∧   R &lt; η</a:t>
            </a:r>
          </a:p>
        </p:txBody>
      </p:sp>
      <p:sp>
        <p:nvSpPr>
          <p:cNvPr id="88" name="fig2-commit">
            <a:extLst xmlns:a="http://schemas.openxmlformats.org/drawingml/2006/main">
              <a:ext uri="{FF2B5EF4-FFF2-40B4-BE49-F238E27FC236}">
                <a16:creationId xmlns:a16="http://schemas.microsoft.com/office/drawing/2014/main" id="{ED359B0E-BDA6-45CC-8317-56932ED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57650"/>
            <a:ext cx="1200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B57"/>
          </a:solidFill>
          <a:ln xmlns:a="http://schemas.openxmlformats.org/drawingml/2006/main" w="11430">
            <a:solidFill>
              <a:srgbClr val="3E8B57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提交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更新工作副本</a:t>
            </a:r>
          </a:p>
        </p:txBody>
      </p:sp>
      <p:sp>
        <p:nvSpPr>
          <p:cNvPr id="89" name="fig2-rollback">
            <a:extLst xmlns:a="http://schemas.openxmlformats.org/drawingml/2006/main">
              <a:ext uri="{FF2B5EF4-FFF2-40B4-BE49-F238E27FC236}">
                <a16:creationId xmlns:a16="http://schemas.microsoft.com/office/drawing/2014/main" id="{81A0BCC0-0BEF-4B49-93E0-10518754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57650"/>
            <a:ext cx="1200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A"/>
          </a:solidFill>
          <a:ln xmlns:a="http://schemas.openxmlformats.org/drawingml/2006/main" w="11430">
            <a:solidFill>
              <a:srgbClr val="B94A4A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回滚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保留原窗口</a:t>
            </a:r>
          </a:p>
        </p:txBody>
      </p:sp>
      <p:sp>
        <p:nvSpPr>
          <p:cNvPr id="90" name="fig2-no-trace">
            <a:extLst xmlns:a="http://schemas.openxmlformats.org/drawingml/2006/main">
              <a:ext uri="{FF2B5EF4-FFF2-40B4-BE49-F238E27FC236}">
                <a16:creationId xmlns:a16="http://schemas.microsoft.com/office/drawing/2014/main" id="{B388C060-0579-41AF-B7DE-083995D6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625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B94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94A4A"/>
                </a:solidFill>
                <a:latin typeface="Microsoft YaHei"/>
                <a:ea typeface="Microsoft YaHei"/>
                <a:cs typeface="Microsoft YaHei"/>
              </a:rPr>
              <a:t>被拒试验不修改原始数据</a:t>
            </a:r>
          </a:p>
        </p:txBody>
      </p:sp>
      <p:cxnSp>
        <p:nvCxnSpPr>
          <p:cNvPr id="245" name="fig2-cal1-cal2"/>
          <p:cNvCxnSpPr>
            <a:stCxn xmlns:a="http://schemas.openxmlformats.org/drawingml/2006/main" id="81" idx="3"/>
            <a:endCxn xmlns:a="http://schemas.openxmlformats.org/drawingml/2006/main" id="82" idx="1"/>
          </p:cNvCxnSpPr>
          <p:nvPr/>
        </p:nvCxnSpPr>
        <p:spPr>
          <a:xfrm xmlns:a="http://schemas.openxmlformats.org/drawingml/2006/main">
            <a:off x="8877300" y="2181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D9635C"/>
            </a:solidFill>
            <a:prstDash val="solid"/>
            <a:miter/>
            <a:tailEnd type="triangle" w="sm" len="sm"/>
          </a:ln>
        </p:spPr>
      </p:cxnSp>
      <p:cxnSp>
        <p:nvCxnSpPr>
          <p:cNvPr id="246" name="fig2-cal2-tau"/>
          <p:cNvCxnSpPr>
            <a:stCxn xmlns:a="http://schemas.openxmlformats.org/drawingml/2006/main" id="82" idx="3"/>
            <a:endCxn xmlns:a="http://schemas.openxmlformats.org/drawingml/2006/main" id="83" idx="1"/>
          </p:cNvCxnSpPr>
          <p:nvPr/>
        </p:nvCxnSpPr>
        <p:spPr>
          <a:xfrm xmlns:a="http://schemas.openxmlformats.org/drawingml/2006/main">
            <a:off x="9982200" y="2181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D9635C"/>
            </a:solidFill>
            <a:prstDash val="solid"/>
            <a:miter/>
            <a:tailEnd type="triangle" w="sm" len="sm"/>
          </a:ln>
        </p:spPr>
      </p:cxnSp>
      <p:cxnSp>
        <p:nvCxnSpPr>
          <p:cNvPr id="247" name="fig2-cal-accept"/>
          <p:cNvCxnSpPr>
            <a:stCxn xmlns:a="http://schemas.openxmlformats.org/drawingml/2006/main" id="83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 flipH="1">
            <a:off x="9486900" y="2419350"/>
            <a:ext cx="1047750" cy="476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 cap="flat">
            <a:solidFill>
              <a:srgbClr val="D9635C"/>
            </a:solidFill>
            <a:prstDash val="solid"/>
            <a:miter/>
            <a:tailEnd type="triangle" w="sm" len="sm"/>
          </a:ln>
        </p:spPr>
      </p:cxnSp>
      <p:cxnSp>
        <p:nvCxnSpPr>
          <p:cNvPr id="248" name="fig2-accept-commit"/>
          <p:cNvCxnSpPr>
            <a:stCxn xmlns:a="http://schemas.openxmlformats.org/drawingml/2006/main" id="85" idx="2"/>
            <a:endCxn xmlns:a="http://schemas.openxmlformats.org/drawingml/2006/main" id="88" idx="0"/>
          </p:cNvCxnSpPr>
          <p:nvPr/>
        </p:nvCxnSpPr>
        <p:spPr>
          <a:xfrm xmlns:a="http://schemas.openxmlformats.org/drawingml/2006/main" flipH="1">
            <a:off x="8791575" y="3695700"/>
            <a:ext cx="695325" cy="361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 cap="flat">
            <a:solidFill>
              <a:srgbClr val="3E8B57"/>
            </a:solidFill>
            <a:prstDash val="solid"/>
            <a:miter/>
            <a:tailEnd type="triangle" w="sm" len="sm"/>
          </a:ln>
        </p:spPr>
      </p:cxnSp>
      <p:cxnSp>
        <p:nvCxnSpPr>
          <p:cNvPr id="249" name="fig2-accept-rollback"/>
          <p:cNvCxnSpPr>
            <a:stCxn xmlns:a="http://schemas.openxmlformats.org/drawingml/2006/main" id="85" idx="2"/>
            <a:endCxn xmlns:a="http://schemas.openxmlformats.org/drawingml/2006/main" id="89" idx="0"/>
          </p:cNvCxnSpPr>
          <p:nvPr/>
        </p:nvCxnSpPr>
        <p:spPr>
          <a:xfrm xmlns:a="http://schemas.openxmlformats.org/drawingml/2006/main">
            <a:off x="9486900" y="3695700"/>
            <a:ext cx="695325" cy="361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 cap="flat">
            <a:solidFill>
              <a:srgbClr val="B94A4A"/>
            </a:solidFill>
            <a:prstDash val="solid"/>
            <a:miter/>
            <a:tailEnd type="triangle" w="sm" len="sm"/>
          </a:ln>
        </p:spPr>
      </p:cxnSp>
      <p:sp>
        <p:nvSpPr>
          <p:cNvPr id="96" name="fig2-feedback-result">
            <a:extLst xmlns:a="http://schemas.openxmlformats.org/drawingml/2006/main">
              <a:ext uri="{FF2B5EF4-FFF2-40B4-BE49-F238E27FC236}">
                <a16:creationId xmlns:a16="http://schemas.microsoft.com/office/drawing/2014/main" id="{F0B4AFA7-7FB6-49B3-9187-B3FAAA39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676400"/>
            <a:ext cx="1543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464A8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7464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464A8"/>
                </a:solidFill>
                <a:latin typeface="Microsoft YaHei"/>
                <a:ea typeface="Microsoft YaHei"/>
                <a:cs typeface="Microsoft YaHei"/>
              </a:rPr>
              <a:t>验收结果反馈</a:t>
            </a:r>
          </a:p>
        </p:txBody>
      </p:sp>
      <p:sp>
        <p:nvSpPr>
          <p:cNvPr id="97" name="fig2-feedback-value">
            <a:extLst xmlns:a="http://schemas.openxmlformats.org/drawingml/2006/main">
              <a:ext uri="{FF2B5EF4-FFF2-40B4-BE49-F238E27FC236}">
                <a16:creationId xmlns:a16="http://schemas.microsoft.com/office/drawing/2014/main" id="{82B0B657-D986-451B-AAD7-E1A2ED23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533650"/>
            <a:ext cx="1543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464A8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动作价值与优先级更新</a:t>
            </a:r>
          </a:p>
        </p:txBody>
      </p:sp>
      <p:sp>
        <p:nvSpPr>
          <p:cNvPr id="98" name="fig2-feedback-budget">
            <a:extLst xmlns:a="http://schemas.openxmlformats.org/drawingml/2006/main">
              <a:ext uri="{FF2B5EF4-FFF2-40B4-BE49-F238E27FC236}">
                <a16:creationId xmlns:a16="http://schemas.microsoft.com/office/drawing/2014/main" id="{752881CB-BB2E-4A0A-B614-15418540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390900"/>
            <a:ext cx="1543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464A8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模糊窗口优先探测</a:t>
            </a:r>
          </a:p>
        </p:txBody>
      </p:sp>
      <p:sp>
        <p:nvSpPr>
          <p:cNvPr id="99" name="fig2-feedback-next">
            <a:extLst xmlns:a="http://schemas.openxmlformats.org/drawingml/2006/main">
              <a:ext uri="{FF2B5EF4-FFF2-40B4-BE49-F238E27FC236}">
                <a16:creationId xmlns:a16="http://schemas.microsoft.com/office/drawing/2014/main" id="{2C4768F0-D25E-429C-B5DF-D59F40B1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476750"/>
            <a:ext cx="154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64A8"/>
          </a:solidFill>
          <a:ln xmlns:a="http://schemas.openxmlformats.org/drawingml/2006/main" w="11430">
            <a:solidFill>
              <a:srgbClr val="7464A8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选择下一候选动作</a:t>
            </a:r>
          </a:p>
        </p:txBody>
      </p:sp>
      <p:cxnSp>
        <p:nvCxnSpPr>
          <p:cNvPr id="254" name="fig2-feedback-1-2"/>
          <p:cNvCxnSpPr>
            <a:stCxn xmlns:a="http://schemas.openxmlformats.org/drawingml/2006/main" id="96" idx="2"/>
            <a:endCxn xmlns:a="http://schemas.openxmlformats.org/drawingml/2006/main" id="97" idx="0"/>
          </p:cNvCxnSpPr>
          <p:nvPr/>
        </p:nvCxnSpPr>
        <p:spPr>
          <a:xfrm xmlns:a="http://schemas.openxmlformats.org/drawingml/2006/main">
            <a:off x="12201525" y="22288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7464A8"/>
            </a:solidFill>
            <a:prstDash val="solid"/>
            <a:miter/>
            <a:tailEnd type="triangle" w="sm" len="sm"/>
          </a:ln>
        </p:spPr>
      </p:cxnSp>
      <p:cxnSp>
        <p:nvCxnSpPr>
          <p:cNvPr id="255" name="fig2-feedback-2-3"/>
          <p:cNvCxnSpPr>
            <a:stCxn xmlns:a="http://schemas.openxmlformats.org/drawingml/2006/main" id="97" idx="2"/>
            <a:endCxn xmlns:a="http://schemas.openxmlformats.org/drawingml/2006/main" id="98" idx="0"/>
          </p:cNvCxnSpPr>
          <p:nvPr/>
        </p:nvCxnSpPr>
        <p:spPr>
          <a:xfrm xmlns:a="http://schemas.openxmlformats.org/drawingml/2006/main">
            <a:off x="12201525" y="308610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7464A8"/>
            </a:solidFill>
            <a:prstDash val="solid"/>
            <a:miter/>
            <a:tailEnd type="triangle" w="sm" len="sm"/>
          </a:ln>
        </p:spPr>
      </p:cxnSp>
      <p:cxnSp>
        <p:nvCxnSpPr>
          <p:cNvPr id="256" name="fig2-feedback-3-4"/>
          <p:cNvCxnSpPr>
            <a:stCxn xmlns:a="http://schemas.openxmlformats.org/drawingml/2006/main" id="98" idx="2"/>
            <a:endCxn xmlns:a="http://schemas.openxmlformats.org/drawingml/2006/main" id="99" idx="0"/>
          </p:cNvCxnSpPr>
          <p:nvPr/>
        </p:nvCxnSpPr>
        <p:spPr>
          <a:xfrm xmlns:a="http://schemas.openxmlformats.org/drawingml/2006/main">
            <a:off x="12201525" y="3943350"/>
            <a:ext cx="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7464A8"/>
            </a:solidFill>
            <a:prstDash val="solid"/>
            <a:miter/>
            <a:tailEnd type="triangle" w="sm" len="sm"/>
          </a:ln>
        </p:spPr>
      </p:cxnSp>
      <p:sp>
        <p:nvSpPr>
          <p:cNvPr id="103" name="fig2-output-title">
            <a:extLst xmlns:a="http://schemas.openxmlformats.org/drawingml/2006/main">
              <a:ext uri="{FF2B5EF4-FFF2-40B4-BE49-F238E27FC236}">
                <a16:creationId xmlns:a16="http://schemas.microsoft.com/office/drawing/2014/main" id="{151F9FF1-C7F6-4712-BF15-FA7A780A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16002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E8B57"/>
                </a:solidFill>
                <a:latin typeface="Microsoft YaHei"/>
                <a:ea typeface="Microsoft YaHei"/>
                <a:cs typeface="Microsoft YaHei"/>
              </a:rPr>
              <a:t>已验证治理语料</a:t>
            </a:r>
          </a:p>
        </p:txBody>
      </p:sp>
      <p:sp>
        <p:nvSpPr>
          <p:cNvPr id="104" name="fig2-output-series">
            <a:extLst xmlns:a="http://schemas.openxmlformats.org/drawingml/2006/main">
              <a:ext uri="{FF2B5EF4-FFF2-40B4-BE49-F238E27FC236}">
                <a16:creationId xmlns:a16="http://schemas.microsoft.com/office/drawing/2014/main" id="{14E5982F-15C4-4625-8C17-ED08406B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1943100"/>
            <a:ext cx="1200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E8B57"/>
            </a:solidFill>
            <a:prstDash val="solid"/>
          </a:ln>
        </p:spPr>
      </p:sp>
      <p:sp>
        <p:nvSpPr>
          <p:cNvPr id="105" name="fig2-curated-series-1-axis">
            <a:extLst xmlns:a="http://schemas.openxmlformats.org/drawingml/2006/main">
              <a:ext uri="{FF2B5EF4-FFF2-40B4-BE49-F238E27FC236}">
                <a16:creationId xmlns:a16="http://schemas.microsoft.com/office/drawing/2014/main" id="{670733ED-3061-4505-BC80-D1843681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3658850" y="2314575"/>
            <a:ext cx="97155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06" name="fig2-curated-series-1-1">
            <a:extLst xmlns:a="http://schemas.openxmlformats.org/drawingml/2006/main">
              <a:ext uri="{FF2B5EF4-FFF2-40B4-BE49-F238E27FC236}">
                <a16:creationId xmlns:a16="http://schemas.microsoft.com/office/drawing/2014/main" id="{BE83989A-C0CB-49FB-8769-C6D987FE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658850" y="2214563"/>
            <a:ext cx="121444" cy="16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E8B57"/>
            </a:solidFill>
            <a:prstDash val="solid"/>
          </a:ln>
        </p:spPr>
      </p:sp>
      <p:sp>
        <p:nvSpPr>
          <p:cNvPr id="107" name="fig2-curated-series-1-2">
            <a:extLst xmlns:a="http://schemas.openxmlformats.org/drawingml/2006/main">
              <a:ext uri="{FF2B5EF4-FFF2-40B4-BE49-F238E27FC236}">
                <a16:creationId xmlns:a16="http://schemas.microsoft.com/office/drawing/2014/main" id="{793CC557-4855-478C-B7F1-316E8EE7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780294" y="2195513"/>
            <a:ext cx="121444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E8B57"/>
            </a:solidFill>
            <a:prstDash val="solid"/>
          </a:ln>
        </p:spPr>
      </p:sp>
      <p:sp>
        <p:nvSpPr>
          <p:cNvPr id="108" name="fig2-curated-series-1-3">
            <a:extLst xmlns:a="http://schemas.openxmlformats.org/drawingml/2006/main">
              <a:ext uri="{FF2B5EF4-FFF2-40B4-BE49-F238E27FC236}">
                <a16:creationId xmlns:a16="http://schemas.microsoft.com/office/drawing/2014/main" id="{2341C147-8717-461B-9EB0-0044EA45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3901738" y="2195513"/>
            <a:ext cx="121444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E8B57"/>
            </a:solidFill>
            <a:prstDash val="solid"/>
          </a:ln>
        </p:spPr>
      </p:sp>
      <p:sp>
        <p:nvSpPr>
          <p:cNvPr id="109" name="fig2-curated-series-1-4">
            <a:extLst xmlns:a="http://schemas.openxmlformats.org/drawingml/2006/main">
              <a:ext uri="{FF2B5EF4-FFF2-40B4-BE49-F238E27FC236}">
                <a16:creationId xmlns:a16="http://schemas.microsoft.com/office/drawing/2014/main" id="{1630770D-4466-4E0D-882B-29B3FF16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023181" y="2176463"/>
            <a:ext cx="121444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E8B57"/>
            </a:solidFill>
            <a:prstDash val="solid"/>
          </a:ln>
        </p:spPr>
      </p:sp>
      <p:sp>
        <p:nvSpPr>
          <p:cNvPr id="110" name="fig2-curated-series-1-5">
            <a:extLst xmlns:a="http://schemas.openxmlformats.org/drawingml/2006/main">
              <a:ext uri="{FF2B5EF4-FFF2-40B4-BE49-F238E27FC236}">
                <a16:creationId xmlns:a16="http://schemas.microsoft.com/office/drawing/2014/main" id="{530AC92A-2B52-49F4-9D6E-0051A556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144625" y="2176463"/>
            <a:ext cx="121444" cy="119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E8B57"/>
            </a:solidFill>
            <a:prstDash val="solid"/>
          </a:ln>
        </p:spPr>
      </p:sp>
      <p:sp>
        <p:nvSpPr>
          <p:cNvPr id="111" name="fig2-curated-series-1-6">
            <a:extLst xmlns:a="http://schemas.openxmlformats.org/drawingml/2006/main">
              <a:ext uri="{FF2B5EF4-FFF2-40B4-BE49-F238E27FC236}">
                <a16:creationId xmlns:a16="http://schemas.microsoft.com/office/drawing/2014/main" id="{805375A0-0CC0-4D4A-8D53-586C7F6A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266069" y="2166938"/>
            <a:ext cx="121444" cy="214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E8B57"/>
            </a:solidFill>
            <a:prstDash val="solid"/>
          </a:ln>
        </p:spPr>
      </p:sp>
      <p:sp>
        <p:nvSpPr>
          <p:cNvPr id="112" name="fig2-curated-series-1-7">
            <a:extLst xmlns:a="http://schemas.openxmlformats.org/drawingml/2006/main">
              <a:ext uri="{FF2B5EF4-FFF2-40B4-BE49-F238E27FC236}">
                <a16:creationId xmlns:a16="http://schemas.microsoft.com/office/drawing/2014/main" id="{B45B6B30-28AD-4668-9D19-A594394A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387513" y="2166938"/>
            <a:ext cx="121444" cy="142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E8B57"/>
            </a:solidFill>
            <a:prstDash val="solid"/>
          </a:ln>
        </p:spPr>
      </p:sp>
      <p:sp>
        <p:nvSpPr>
          <p:cNvPr id="113" name="fig2-curated-series-1-8">
            <a:extLst xmlns:a="http://schemas.openxmlformats.org/drawingml/2006/main">
              <a:ext uri="{FF2B5EF4-FFF2-40B4-BE49-F238E27FC236}">
                <a16:creationId xmlns:a16="http://schemas.microsoft.com/office/drawing/2014/main" id="{40BFCA3B-546A-49D3-9A1F-E6BB82DA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508956" y="2157413"/>
            <a:ext cx="121444" cy="238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E8B57"/>
            </a:solidFill>
            <a:prstDash val="solid"/>
          </a:ln>
        </p:spPr>
      </p:sp>
      <p:sp>
        <p:nvSpPr>
          <p:cNvPr id="114" name="fig2-curated-series-2-axis">
            <a:extLst xmlns:a="http://schemas.openxmlformats.org/drawingml/2006/main">
              <a:ext uri="{FF2B5EF4-FFF2-40B4-BE49-F238E27FC236}">
                <a16:creationId xmlns:a16="http://schemas.microsoft.com/office/drawing/2014/main" id="{8BABFBED-7B58-4580-BFC3-553C9806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3658850" y="2619375"/>
            <a:ext cx="97155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15" name="fig2-curated-series-2-1">
            <a:extLst xmlns:a="http://schemas.openxmlformats.org/drawingml/2006/main">
              <a:ext uri="{FF2B5EF4-FFF2-40B4-BE49-F238E27FC236}">
                <a16:creationId xmlns:a16="http://schemas.microsoft.com/office/drawing/2014/main" id="{B4852080-C613-4B3A-ABC1-66E8DDEA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658850" y="2540794"/>
            <a:ext cx="121444" cy="119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8C86"/>
            </a:solidFill>
            <a:prstDash val="solid"/>
          </a:ln>
        </p:spPr>
      </p:sp>
      <p:sp>
        <p:nvSpPr>
          <p:cNvPr id="116" name="fig2-curated-series-2-2">
            <a:extLst xmlns:a="http://schemas.openxmlformats.org/drawingml/2006/main">
              <a:ext uri="{FF2B5EF4-FFF2-40B4-BE49-F238E27FC236}">
                <a16:creationId xmlns:a16="http://schemas.microsoft.com/office/drawing/2014/main" id="{6D963ECB-E3EC-47EB-9DC3-C9AF5D01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780294" y="2528888"/>
            <a:ext cx="121444" cy="119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8C86"/>
            </a:solidFill>
            <a:prstDash val="solid"/>
          </a:ln>
        </p:spPr>
      </p:sp>
      <p:sp>
        <p:nvSpPr>
          <p:cNvPr id="117" name="fig2-curated-series-2-3">
            <a:extLst xmlns:a="http://schemas.openxmlformats.org/drawingml/2006/main">
              <a:ext uri="{FF2B5EF4-FFF2-40B4-BE49-F238E27FC236}">
                <a16:creationId xmlns:a16="http://schemas.microsoft.com/office/drawing/2014/main" id="{F81C3F39-F37F-4247-B387-035EB5EB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901738" y="2514600"/>
            <a:ext cx="121444" cy="142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8C86"/>
            </a:solidFill>
            <a:prstDash val="solid"/>
          </a:ln>
        </p:spPr>
      </p:sp>
      <p:sp>
        <p:nvSpPr>
          <p:cNvPr id="118" name="fig2-curated-series-2-4">
            <a:extLst xmlns:a="http://schemas.openxmlformats.org/drawingml/2006/main">
              <a:ext uri="{FF2B5EF4-FFF2-40B4-BE49-F238E27FC236}">
                <a16:creationId xmlns:a16="http://schemas.microsoft.com/office/drawing/2014/main" id="{BF09B5A4-3D36-4A0D-B20F-3DF26C50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023181" y="2514600"/>
            <a:ext cx="121444" cy="71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8C86"/>
            </a:solidFill>
            <a:prstDash val="solid"/>
          </a:ln>
        </p:spPr>
      </p:sp>
      <p:sp>
        <p:nvSpPr>
          <p:cNvPr id="119" name="fig2-curated-series-2-5">
            <a:extLst xmlns:a="http://schemas.openxmlformats.org/drawingml/2006/main">
              <a:ext uri="{FF2B5EF4-FFF2-40B4-BE49-F238E27FC236}">
                <a16:creationId xmlns:a16="http://schemas.microsoft.com/office/drawing/2014/main" id="{D9751CC4-92F6-4360-A9E8-BC8B4666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144625" y="2509838"/>
            <a:ext cx="121444" cy="119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8C86"/>
            </a:solidFill>
            <a:prstDash val="solid"/>
          </a:ln>
        </p:spPr>
      </p:sp>
      <p:sp>
        <p:nvSpPr>
          <p:cNvPr id="120" name="fig2-curated-series-2-6">
            <a:extLst xmlns:a="http://schemas.openxmlformats.org/drawingml/2006/main">
              <a:ext uri="{FF2B5EF4-FFF2-40B4-BE49-F238E27FC236}">
                <a16:creationId xmlns:a16="http://schemas.microsoft.com/office/drawing/2014/main" id="{53C6DBA4-7A35-4708-997C-026DAA29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266069" y="2500313"/>
            <a:ext cx="121444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8C86"/>
            </a:solidFill>
            <a:prstDash val="solid"/>
          </a:ln>
        </p:spPr>
      </p:sp>
      <p:sp>
        <p:nvSpPr>
          <p:cNvPr id="121" name="fig2-curated-series-2-7">
            <a:extLst xmlns:a="http://schemas.openxmlformats.org/drawingml/2006/main">
              <a:ext uri="{FF2B5EF4-FFF2-40B4-BE49-F238E27FC236}">
                <a16:creationId xmlns:a16="http://schemas.microsoft.com/office/drawing/2014/main" id="{71D43EE8-B6E0-4CA2-9301-9ABEF58F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387513" y="2483644"/>
            <a:ext cx="121444" cy="16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8C86"/>
            </a:solidFill>
            <a:prstDash val="solid"/>
          </a:ln>
        </p:spPr>
      </p:sp>
      <p:sp>
        <p:nvSpPr>
          <p:cNvPr id="122" name="fig2-curated-series-2-8">
            <a:extLst xmlns:a="http://schemas.openxmlformats.org/drawingml/2006/main">
              <a:ext uri="{FF2B5EF4-FFF2-40B4-BE49-F238E27FC236}">
                <a16:creationId xmlns:a16="http://schemas.microsoft.com/office/drawing/2014/main" id="{309BEAD4-4DBC-45F9-B43B-14E2D54D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508956" y="2483644"/>
            <a:ext cx="121444" cy="119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8C86"/>
            </a:solidFill>
            <a:prstDash val="solid"/>
          </a:ln>
        </p:spPr>
      </p:sp>
      <p:sp>
        <p:nvSpPr>
          <p:cNvPr id="123" name="fig2-curated-series-3-axis">
            <a:extLst xmlns:a="http://schemas.openxmlformats.org/drawingml/2006/main">
              <a:ext uri="{FF2B5EF4-FFF2-40B4-BE49-F238E27FC236}">
                <a16:creationId xmlns:a16="http://schemas.microsoft.com/office/drawing/2014/main" id="{D43BD649-ABC8-401A-A5A0-4E109C31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3658850" y="2924175"/>
            <a:ext cx="97155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24" name="fig2-curated-series-3-1">
            <a:extLst xmlns:a="http://schemas.openxmlformats.org/drawingml/2006/main">
              <a:ext uri="{FF2B5EF4-FFF2-40B4-BE49-F238E27FC236}">
                <a16:creationId xmlns:a16="http://schemas.microsoft.com/office/drawing/2014/main" id="{F632FA29-0896-40A1-875B-27D77810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3658850" y="2800350"/>
            <a:ext cx="121444" cy="142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25" name="fig2-curated-series-3-2">
            <a:extLst xmlns:a="http://schemas.openxmlformats.org/drawingml/2006/main">
              <a:ext uri="{FF2B5EF4-FFF2-40B4-BE49-F238E27FC236}">
                <a16:creationId xmlns:a16="http://schemas.microsoft.com/office/drawing/2014/main" id="{840B7D22-35A8-47BE-8676-D053DCCB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780294" y="2793206"/>
            <a:ext cx="121444" cy="214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26" name="fig2-curated-series-3-3">
            <a:extLst xmlns:a="http://schemas.openxmlformats.org/drawingml/2006/main">
              <a:ext uri="{FF2B5EF4-FFF2-40B4-BE49-F238E27FC236}">
                <a16:creationId xmlns:a16="http://schemas.microsoft.com/office/drawing/2014/main" id="{BF7B7EA8-4159-4921-9567-67BC9804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901738" y="2781300"/>
            <a:ext cx="121444" cy="119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27" name="fig2-curated-series-3-4">
            <a:extLst xmlns:a="http://schemas.openxmlformats.org/drawingml/2006/main">
              <a:ext uri="{FF2B5EF4-FFF2-40B4-BE49-F238E27FC236}">
                <a16:creationId xmlns:a16="http://schemas.microsoft.com/office/drawing/2014/main" id="{FECB050A-B624-4DA1-A0B8-000431CF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023181" y="2781300"/>
            <a:ext cx="121444" cy="142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28" name="fig2-curated-series-3-5">
            <a:extLst xmlns:a="http://schemas.openxmlformats.org/drawingml/2006/main">
              <a:ext uri="{FF2B5EF4-FFF2-40B4-BE49-F238E27FC236}">
                <a16:creationId xmlns:a16="http://schemas.microsoft.com/office/drawing/2014/main" id="{67310FFE-43EA-431C-937E-C25FD31F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144625" y="2774156"/>
            <a:ext cx="121444" cy="214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29" name="fig2-curated-series-3-6">
            <a:extLst xmlns:a="http://schemas.openxmlformats.org/drawingml/2006/main">
              <a:ext uri="{FF2B5EF4-FFF2-40B4-BE49-F238E27FC236}">
                <a16:creationId xmlns:a16="http://schemas.microsoft.com/office/drawing/2014/main" id="{2B784922-2153-4F08-801D-6903EF29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266069" y="2774156"/>
            <a:ext cx="121444" cy="119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30" name="fig2-curated-series-3-7">
            <a:extLst xmlns:a="http://schemas.openxmlformats.org/drawingml/2006/main">
              <a:ext uri="{FF2B5EF4-FFF2-40B4-BE49-F238E27FC236}">
                <a16:creationId xmlns:a16="http://schemas.microsoft.com/office/drawing/2014/main" id="{720D7660-6684-45B2-9D23-7022E06E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387513" y="2762250"/>
            <a:ext cx="121444" cy="238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31" name="fig2-curated-series-3-8">
            <a:extLst xmlns:a="http://schemas.openxmlformats.org/drawingml/2006/main">
              <a:ext uri="{FF2B5EF4-FFF2-40B4-BE49-F238E27FC236}">
                <a16:creationId xmlns:a16="http://schemas.microsoft.com/office/drawing/2014/main" id="{4520794D-BA0E-419A-A7A1-D24186AB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508956" y="2762250"/>
            <a:ext cx="121444" cy="142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32" name="fig2-output-protect">
            <a:extLst xmlns:a="http://schemas.openxmlformats.org/drawingml/2006/main">
              <a:ext uri="{FF2B5EF4-FFF2-40B4-BE49-F238E27FC236}">
                <a16:creationId xmlns:a16="http://schemas.microsoft.com/office/drawing/2014/main" id="{24C4D605-B219-43AD-859A-BBCFEF45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2385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3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E8B57"/>
                </a:solidFill>
                <a:latin typeface="Microsoft YaHei"/>
                <a:ea typeface="Microsoft YaHei"/>
                <a:cs typeface="Microsoft YaHei"/>
              </a:rPr>
              <a:t>保留真实极值</a:t>
            </a:r>
          </a:p>
        </p:txBody>
      </p:sp>
      <p:sp>
        <p:nvSpPr>
          <p:cNvPr id="133" name="fig2-trace-output">
            <a:extLst xmlns:a="http://schemas.openxmlformats.org/drawingml/2006/main">
              <a:ext uri="{FF2B5EF4-FFF2-40B4-BE49-F238E27FC236}">
                <a16:creationId xmlns:a16="http://schemas.microsoft.com/office/drawing/2014/main" id="{6046F7BB-D5C0-4CDC-92AC-8C0A5E31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3600450"/>
            <a:ext cx="120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E8B57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治理轨迹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可审计 · 可重放</a:t>
            </a:r>
          </a:p>
        </p:txBody>
      </p:sp>
      <p:sp>
        <p:nvSpPr>
          <p:cNvPr id="134" name="fig2-tag-reversible">
            <a:extLst xmlns:a="http://schemas.openxmlformats.org/drawingml/2006/main">
              <a:ext uri="{FF2B5EF4-FFF2-40B4-BE49-F238E27FC236}">
                <a16:creationId xmlns:a16="http://schemas.microsoft.com/office/drawing/2014/main" id="{38358886-219E-43AF-9F4B-B56DD714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44767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B"/>
          </a:solidFill>
          <a:ln xmlns:a="http://schemas.openxmlformats.org/drawingml/2006/main" w="11430">
            <a:solidFill>
              <a:srgbClr val="3E8B57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3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E8B57"/>
                </a:solidFill>
                <a:latin typeface="Microsoft YaHei"/>
                <a:ea typeface="Microsoft YaHei"/>
                <a:cs typeface="Microsoft YaHei"/>
              </a:rPr>
              <a:t>可回滚</a:t>
            </a:r>
          </a:p>
        </p:txBody>
      </p:sp>
      <p:sp>
        <p:nvSpPr>
          <p:cNvPr id="135" name="fig2-tag-structure">
            <a:extLst xmlns:a="http://schemas.openxmlformats.org/drawingml/2006/main">
              <a:ext uri="{FF2B5EF4-FFF2-40B4-BE49-F238E27FC236}">
                <a16:creationId xmlns:a16="http://schemas.microsoft.com/office/drawing/2014/main" id="{9A2407D1-F60F-4C88-BD19-F613D977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47815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B"/>
          </a:solidFill>
          <a:ln xmlns:a="http://schemas.openxmlformats.org/drawingml/2006/main" w="11430">
            <a:solidFill>
              <a:srgbClr val="3E8B57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3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E8B57"/>
                </a:solidFill>
                <a:latin typeface="Microsoft YaHei"/>
                <a:ea typeface="Microsoft YaHei"/>
                <a:cs typeface="Microsoft YaHei"/>
              </a:rPr>
              <a:t>结构保持</a:t>
            </a:r>
          </a:p>
        </p:txBody>
      </p:sp>
      <p:sp>
        <p:nvSpPr>
          <p:cNvPr id="136" name="fig2-feedback-return-start">
            <a:extLst xmlns:a="http://schemas.openxmlformats.org/drawingml/2006/main">
              <a:ext uri="{FF2B5EF4-FFF2-40B4-BE49-F238E27FC236}">
                <a16:creationId xmlns:a16="http://schemas.microsoft.com/office/drawing/2014/main" id="{9F1D4A7C-97FC-4DEC-978C-10992207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149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64A8"/>
          </a:solidFill>
          <a:ln xmlns:a="http://schemas.openxmlformats.org/drawingml/2006/main" w="4763">
            <a:solidFill>
              <a:srgbClr val="7464A8"/>
            </a:solidFill>
            <a:prstDash val="solid"/>
          </a:ln>
        </p:spPr>
      </p:sp>
      <p:sp>
        <p:nvSpPr>
          <p:cNvPr id="137" name="fig2-feedback-return-end">
            <a:extLst xmlns:a="http://schemas.openxmlformats.org/drawingml/2006/main">
              <a:ext uri="{FF2B5EF4-FFF2-40B4-BE49-F238E27FC236}">
                <a16:creationId xmlns:a16="http://schemas.microsoft.com/office/drawing/2014/main" id="{CB088059-C5F6-41CC-86F2-AA17F861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3149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64A8"/>
          </a:solidFill>
          <a:ln xmlns:a="http://schemas.openxmlformats.org/drawingml/2006/main" w="4763">
            <a:solidFill>
              <a:srgbClr val="7464A8"/>
            </a:solidFill>
            <a:prstDash val="solid"/>
          </a:ln>
        </p:spPr>
      </p:sp>
      <p:cxnSp>
        <p:nvCxnSpPr>
          <p:cNvPr id="292" name="fig2-feedback-return-down"/>
          <p:cNvCxnSpPr>
            <a:stCxn xmlns:a="http://schemas.openxmlformats.org/drawingml/2006/main" id="99" idx="2"/>
            <a:endCxn xmlns:a="http://schemas.openxmlformats.org/drawingml/2006/main" id="136" idx="0"/>
          </p:cNvCxnSpPr>
          <p:nvPr/>
        </p:nvCxnSpPr>
        <p:spPr>
          <a:xfrm xmlns:a="http://schemas.openxmlformats.org/drawingml/2006/main">
            <a:off x="12201525" y="4800600"/>
            <a:ext cx="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flat">
            <a:solidFill>
              <a:srgbClr val="7464A8"/>
            </a:solidFill>
            <a:prstDash val="dash"/>
            <a:miter/>
            <a:tailEnd type="none" w="med" len="med"/>
          </a:ln>
        </p:spPr>
      </p:cxnSp>
      <p:cxnSp>
        <p:nvCxnSpPr>
          <p:cNvPr id="293" name="fig2-feedback-return-left"/>
          <p:cNvCxnSpPr>
            <a:stCxn xmlns:a="http://schemas.openxmlformats.org/drawingml/2006/main" id="136" idx="1"/>
            <a:endCxn xmlns:a="http://schemas.openxmlformats.org/drawingml/2006/main" id="137" idx="3"/>
          </p:cNvCxnSpPr>
          <p:nvPr/>
        </p:nvCxnSpPr>
        <p:spPr>
          <a:xfrm xmlns:a="http://schemas.openxmlformats.org/drawingml/2006/main" flipH="1">
            <a:off x="6372225" y="5343525"/>
            <a:ext cx="58007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flat">
            <a:solidFill>
              <a:srgbClr val="7464A8"/>
            </a:solidFill>
            <a:prstDash val="dash"/>
            <a:miter/>
            <a:tailEnd type="none" w="med" len="med"/>
          </a:ln>
        </p:spPr>
      </p:cxnSp>
      <p:cxnSp>
        <p:nvCxnSpPr>
          <p:cNvPr id="294" name="fig2-feedback-return-up"/>
          <p:cNvCxnSpPr>
            <a:stCxn xmlns:a="http://schemas.openxmlformats.org/drawingml/2006/main" id="137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6343650" y="50863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flat">
            <a:solidFill>
              <a:srgbClr val="7464A8"/>
            </a:solidFill>
            <a:prstDash val="dash"/>
            <a:miter/>
            <a:tailEnd type="triangle" w="sm" len="sm"/>
          </a:ln>
        </p:spPr>
      </p:cxnSp>
      <p:sp>
        <p:nvSpPr>
          <p:cNvPr id="141" name="fig2-feedback-label">
            <a:extLst xmlns:a="http://schemas.openxmlformats.org/drawingml/2006/main">
              <a:ext uri="{FF2B5EF4-FFF2-40B4-BE49-F238E27FC236}">
                <a16:creationId xmlns:a16="http://schemas.microsoft.com/office/drawing/2014/main" id="{355FED9F-5391-4A69-AA05-672AD7C9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197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464A8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7464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464A8"/>
                </a:solidFill>
                <a:latin typeface="Microsoft YaHei"/>
                <a:ea typeface="Microsoft YaHei"/>
                <a:cs typeface="Microsoft YaHei"/>
              </a:rPr>
              <a:t>反馈：驱动下一轮候选动作选择</a:t>
            </a:r>
          </a:p>
        </p:txBody>
      </p:sp>
      <p:sp>
        <p:nvSpPr>
          <p:cNvPr id="142" name="fig2-band-observe">
            <a:extLst xmlns:a="http://schemas.openxmlformats.org/drawingml/2006/main">
              <a:ext uri="{FF2B5EF4-FFF2-40B4-BE49-F238E27FC236}">
                <a16:creationId xmlns:a16="http://schemas.microsoft.com/office/drawing/2014/main" id="{DDE8D0AC-7AAD-4D98-AFD9-4A43C638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6578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2F6FB2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143" name="fig2-band-evidence">
            <a:extLst xmlns:a="http://schemas.openxmlformats.org/drawingml/2006/main">
              <a:ext uri="{FF2B5EF4-FFF2-40B4-BE49-F238E27FC236}">
                <a16:creationId xmlns:a16="http://schemas.microsoft.com/office/drawing/2014/main" id="{AB8172BD-4375-42A1-AEAC-9F59841F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6578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C86"/>
          </a:solidFill>
          <a:ln xmlns:a="http://schemas.openxmlformats.org/drawingml/2006/main" w="9525">
            <a:solidFill>
              <a:srgbClr val="278C86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证据获取</a:t>
            </a:r>
          </a:p>
        </p:txBody>
      </p:sp>
      <p:sp>
        <p:nvSpPr>
          <p:cNvPr id="144" name="fig2-band-trial">
            <a:extLst xmlns:a="http://schemas.openxmlformats.org/drawingml/2006/main">
              <a:ext uri="{FF2B5EF4-FFF2-40B4-BE49-F238E27FC236}">
                <a16:creationId xmlns:a16="http://schemas.microsoft.com/office/drawing/2014/main" id="{E1A8D22C-AA00-4D46-A4D2-5B54A883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657850"/>
            <a:ext cx="266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35"/>
          </a:solidFill>
          <a:ln xmlns:a="http://schemas.openxmlformats.org/drawingml/2006/main" w="9525">
            <a:solidFill>
              <a:srgbClr val="E58A35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副本试执行</a:t>
            </a:r>
          </a:p>
        </p:txBody>
      </p:sp>
      <p:sp>
        <p:nvSpPr>
          <p:cNvPr id="145" name="fig2-band-decide">
            <a:extLst xmlns:a="http://schemas.openxmlformats.org/drawingml/2006/main">
              <a:ext uri="{FF2B5EF4-FFF2-40B4-BE49-F238E27FC236}">
                <a16:creationId xmlns:a16="http://schemas.microsoft.com/office/drawing/2014/main" id="{E259520B-64BF-4439-836A-B5DC379F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65785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35C"/>
          </a:solidFill>
          <a:ln xmlns:a="http://schemas.openxmlformats.org/drawingml/2006/main" w="9525">
            <a:solidFill>
              <a:srgbClr val="D9635C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合取验收</a:t>
            </a:r>
          </a:p>
        </p:txBody>
      </p:sp>
      <p:sp>
        <p:nvSpPr>
          <p:cNvPr id="146" name="fig2-band-learn">
            <a:extLst xmlns:a="http://schemas.openxmlformats.org/drawingml/2006/main">
              <a:ext uri="{FF2B5EF4-FFF2-40B4-BE49-F238E27FC236}">
                <a16:creationId xmlns:a16="http://schemas.microsoft.com/office/drawing/2014/main" id="{2EA353E9-5708-45C1-AA11-E338B8E2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65785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64A8"/>
          </a:solidFill>
          <a:ln xmlns:a="http://schemas.openxmlformats.org/drawingml/2006/main" w="9525">
            <a:solidFill>
              <a:srgbClr val="7464A8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  <p:sp>
        <p:nvSpPr>
          <p:cNvPr id="147" name="fig2-band-output">
            <a:extLst xmlns:a="http://schemas.openxmlformats.org/drawingml/2006/main">
              <a:ext uri="{FF2B5EF4-FFF2-40B4-BE49-F238E27FC236}">
                <a16:creationId xmlns:a16="http://schemas.microsoft.com/office/drawing/2014/main" id="{AC43DF22-9689-4D07-8358-1D9712ED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5657850"/>
            <a:ext cx="1504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B57"/>
          </a:solidFill>
          <a:ln xmlns:a="http://schemas.openxmlformats.org/drawingml/2006/main" w="9525">
            <a:solidFill>
              <a:srgbClr val="3E8B57"/>
            </a:solidFill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治理输出</a:t>
            </a:r>
          </a:p>
        </p:txBody>
      </p:sp>
      <p:cxnSp>
        <p:nvCxnSpPr>
          <p:cNvPr id="302" name="fig2-band-link-1"/>
          <p:cNvCxnSpPr>
            <a:stCxn xmlns:a="http://schemas.openxmlformats.org/drawingml/2006/main" id="142" idx="3"/>
            <a:endCxn xmlns:a="http://schemas.openxmlformats.org/drawingml/2006/main" id="143" idx="1"/>
          </p:cNvCxnSpPr>
          <p:nvPr/>
        </p:nvCxnSpPr>
        <p:spPr>
          <a:xfrm xmlns:a="http://schemas.openxmlformats.org/drawingml/2006/main">
            <a:off x="2057400" y="58483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6E7C8F"/>
            </a:solidFill>
            <a:prstDash val="solid"/>
            <a:miter/>
            <a:tailEnd type="triangle" w="sm" len="sm"/>
          </a:ln>
        </p:spPr>
      </p:cxnSp>
      <p:cxnSp>
        <p:nvCxnSpPr>
          <p:cNvPr id="303" name="fig2-band-link-2"/>
          <p:cNvCxnSpPr>
            <a:stCxn xmlns:a="http://schemas.openxmlformats.org/drawingml/2006/main" id="143" idx="3"/>
            <a:endCxn xmlns:a="http://schemas.openxmlformats.org/drawingml/2006/main" id="144" idx="1"/>
          </p:cNvCxnSpPr>
          <p:nvPr/>
        </p:nvCxnSpPr>
        <p:spPr>
          <a:xfrm xmlns:a="http://schemas.openxmlformats.org/drawingml/2006/main">
            <a:off x="4724400" y="58483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6E7C8F"/>
            </a:solidFill>
            <a:prstDash val="solid"/>
            <a:miter/>
            <a:tailEnd type="triangle" w="sm" len="sm"/>
          </a:ln>
        </p:spPr>
      </p:cxnSp>
      <p:cxnSp>
        <p:nvCxnSpPr>
          <p:cNvPr id="304" name="fig2-band-link-3"/>
          <p:cNvCxnSpPr>
            <a:stCxn xmlns:a="http://schemas.openxmlformats.org/drawingml/2006/main" id="144" idx="3"/>
            <a:endCxn xmlns:a="http://schemas.openxmlformats.org/drawingml/2006/main" id="145" idx="1"/>
          </p:cNvCxnSpPr>
          <p:nvPr/>
        </p:nvCxnSpPr>
        <p:spPr>
          <a:xfrm xmlns:a="http://schemas.openxmlformats.org/drawingml/2006/main">
            <a:off x="7677150" y="58483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6E7C8F"/>
            </a:solidFill>
            <a:prstDash val="solid"/>
            <a:miter/>
            <a:tailEnd type="triangle" w="sm" len="sm"/>
          </a:ln>
        </p:spPr>
      </p:cxnSp>
      <p:cxnSp>
        <p:nvCxnSpPr>
          <p:cNvPr id="305" name="fig2-band-link-4"/>
          <p:cNvCxnSpPr>
            <a:stCxn xmlns:a="http://schemas.openxmlformats.org/drawingml/2006/main" id="145" idx="3"/>
            <a:endCxn xmlns:a="http://schemas.openxmlformats.org/drawingml/2006/main" id="146" idx="1"/>
          </p:cNvCxnSpPr>
          <p:nvPr/>
        </p:nvCxnSpPr>
        <p:spPr>
          <a:xfrm xmlns:a="http://schemas.openxmlformats.org/drawingml/2006/main">
            <a:off x="11010900" y="58483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6E7C8F"/>
            </a:solidFill>
            <a:prstDash val="solid"/>
            <a:miter/>
            <a:tailEnd type="triangle" w="sm" len="sm"/>
          </a:ln>
        </p:spPr>
      </p:cxnSp>
      <p:cxnSp>
        <p:nvCxnSpPr>
          <p:cNvPr id="306" name="fig2-band-link-5"/>
          <p:cNvCxnSpPr>
            <a:stCxn xmlns:a="http://schemas.openxmlformats.org/drawingml/2006/main" id="146" idx="3"/>
            <a:endCxn xmlns:a="http://schemas.openxmlformats.org/drawingml/2006/main" id="147" idx="1"/>
          </p:cNvCxnSpPr>
          <p:nvPr/>
        </p:nvCxnSpPr>
        <p:spPr>
          <a:xfrm xmlns:a="http://schemas.openxmlformats.org/drawingml/2006/main">
            <a:off x="13106400" y="58483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6E7C8F"/>
            </a:solidFill>
            <a:prstDash val="solid"/>
            <a:miter/>
            <a:tailEnd type="triangle" w="sm" len="sm"/>
          </a:ln>
        </p:spPr>
      </p:cxnSp>
      <p:sp>
        <p:nvSpPr>
          <p:cNvPr id="153" name="fig2-audit-bus">
            <a:extLst xmlns:a="http://schemas.openxmlformats.org/drawingml/2006/main">
              <a:ext uri="{FF2B5EF4-FFF2-40B4-BE49-F238E27FC236}">
                <a16:creationId xmlns:a16="http://schemas.microsoft.com/office/drawing/2014/main" id="{AA61A8FD-BF99-450D-A13A-0C8CC378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229350"/>
            <a:ext cx="1455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6E7C8F"/>
            </a:solidFill>
            <a:prstDash val="solid"/>
          </a:ln>
        </p:spPr>
      </p:sp>
      <p:sp>
        <p:nvSpPr>
          <p:cNvPr id="154" name="fig2-audit-text">
            <a:extLst xmlns:a="http://schemas.openxmlformats.org/drawingml/2006/main">
              <a:ext uri="{FF2B5EF4-FFF2-40B4-BE49-F238E27FC236}">
                <a16:creationId xmlns:a16="http://schemas.microsoft.com/office/drawing/2014/main" id="{BAE97A3B-15B6-46C8-9C06-0716426F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417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>
                <a:solidFill>
                  <a:srgbClr val="172033"/>
                </a:solidFill>
              </a:defRPr>
            </a:pPr>
            <a:r>
              <a:rPr sz="1125" b="1" i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可重放治理轨迹：</a:t>
            </a:r>
            <a:r>
              <a:rPr sz="1125" b="0" i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状态  |  动作  |  参数  |  前后证据  |  判定  |  奖励/代价  |  拒绝原因</a:t>
            </a:r>
          </a:p>
        </p:txBody>
      </p:sp>
    </p:spTree>
    <p:extLst>
      <p:ext uri="{BB962C8B-B14F-4D97-AF65-F5344CB8AC3E}">
        <p14:creationId xmlns:p14="http://schemas.microsoft.com/office/powerpoint/2010/main" val="19087065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2026-08-21T08:34:34.1660000Z</dcterms:created>
  <dcterms:modified xsi:type="dcterms:W3CDTF">2026-08-21T08:34:34.1660000Z</dcterms:modified>
</coreProperties>
</file>