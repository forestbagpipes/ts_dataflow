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de6329fd6a43ff" /><Relationship Type="http://schemas.openxmlformats.org/officeDocument/2006/relationships/extended-properties" Target="/docProps/app.xml" Id="Ref072d84a03b4b14" /><Relationship Type="http://schemas.openxmlformats.org/officeDocument/2006/relationships/officeDocument" Target="/ppt/presentation.xml" Id="Rd9c5fa560a9440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60a979895d43fc"/>
  </p:sldMasterIdLst>
  <p:notesMasterIdLst>
    <p:notesMasterId xmlns:r="http://schemas.openxmlformats.org/officeDocument/2006/relationships" r:id="R2985f5f3e4f94e57"/>
  </p:notesMasterIdLst>
  <p:sldIdLst>
    <p:sldId xmlns:r="http://schemas.openxmlformats.org/officeDocument/2006/relationships" id="256" r:id="R4bb870d09d8e4f38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4ab16b56a44239" /><Relationship Type="http://schemas.openxmlformats.org/officeDocument/2006/relationships/slideMaster" Target="/ppt/slideMasters/slideMaster1.xml" Id="Ra660a979895d43fc" /><Relationship Type="http://schemas.openxmlformats.org/officeDocument/2006/relationships/notesMaster" Target="/ppt/notesMasters/notesMaster1.xml" Id="R2985f5f3e4f94e57" /><Relationship Type="http://schemas.openxmlformats.org/officeDocument/2006/relationships/presProps" Target="/ppt/presProps.xml" Id="R9066598180274890" /><Relationship Type="http://schemas.openxmlformats.org/officeDocument/2006/relationships/tableStyles" Target="/ppt/tableStyles.xml" Id="R2175a48398824cbd" /><Relationship Type="http://schemas.openxmlformats.org/officeDocument/2006/relationships/slide" Target="/ppt/slides/slide1.xml" Id="R4bb870d09d8e4f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ceb124b9554b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f3771c15f84cb3" /><Relationship Type="http://schemas.openxmlformats.org/officeDocument/2006/relationships/notesMaster" Target="/ppt/notesMasters/notesMaster1.xml" Id="Rd8b6436f678c40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F:/work/Time-research/work2/paper/03_method.zh.md</a:t>
            </a:r>
          </a:p>
          <a:p xmlns:a="http://schemas.openxmlformats.org/drawingml/2006/main">
            <a:r>
              <a:t>- F:/work/Time-research/work2/docs/code_overview.md</a:t>
            </a:r>
          </a:p>
          <a:p xmlns:a="http://schemas.openxmlformats.org/drawingml/2006/main">
            <a:r>
              <a:t>- F:/work/Time-research/work2/docs/claims.md</a:t>
            </a:r>
          </a:p>
          <a:p xmlns:a="http://schemas.openxmlformats.org/drawingml/2006/main">
            <a:r>
              <a:t>- F:/work/Time-research/work2/docs/shield_properties.md</a:t>
            </a:r>
          </a:p>
          <a:p xmlns:a="http://schemas.openxmlformats.org/drawingml/2006/main">
            <a:r>
              <a:t>- User-supplied reference image: stage-header/middle-detail/bottom-band layout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007c3eb2148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0f75b5c8994b4a" /><Relationship Type="http://schemas.openxmlformats.org/officeDocument/2006/relationships/slideLayout" Target="/ppt/slideLayouts/slideLayout1.xml" Id="R48bbe907659548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bbe907659548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788b83e4b4702" /><Relationship Type="http://schemas.openxmlformats.org/officeDocument/2006/relationships/notesSlide" Target="/ppt/notesSlides/notesSlide1.xml" Id="R6391acc2310c4c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fig2-title">
            <a:extLst xmlns:a="http://schemas.openxmlformats.org/drawingml/2006/main">
              <a:ext uri="{FF2B5EF4-FFF2-40B4-BE49-F238E27FC236}">
                <a16:creationId xmlns:a16="http://schemas.microsoft.com/office/drawing/2014/main" id="{738E530B-E05B-4B77-AEE5-C833126E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1450"/>
            <a:ext cx="1455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图2  </a:t>
            </a:r>
            <a:r>
              <a:rPr sz="2250" b="1" i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IntroAct-TS</a:t>
            </a:r>
            <a:r>
              <a:rPr sz="2250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：可验证、可回滚的时序数据治理框架</a:t>
            </a:r>
          </a:p>
        </p:txBody>
      </p:sp>
      <p:sp>
        <p:nvSpPr>
          <p:cNvPr id="2" name="fig2-subtitle">
            <a:extLst xmlns:a="http://schemas.openxmlformats.org/drawingml/2006/main">
              <a:ext uri="{FF2B5EF4-FFF2-40B4-BE49-F238E27FC236}">
                <a16:creationId xmlns:a16="http://schemas.microsoft.com/office/drawing/2014/main" id="{E768FF35-FC53-4F05-8B9A-C06A6ABB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8650"/>
            <a:ext cx="1455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观察 → 证据获取 → 沙箱试执行 → 重新测量 → 合取验收 → 提交/回滚 → 反馈治理</a:t>
            </a:r>
          </a:p>
        </p:txBody>
      </p:sp>
      <p:sp>
        <p:nvSpPr>
          <p:cNvPr id="3" name="fig2-head-input">
            <a:extLst xmlns:a="http://schemas.openxmlformats.org/drawingml/2006/main">
              <a:ext uri="{FF2B5EF4-FFF2-40B4-BE49-F238E27FC236}">
                <a16:creationId xmlns:a16="http://schemas.microsoft.com/office/drawing/2014/main" id="{822D525D-A504-431B-BFF1-DE58E3F5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数据准备边界</a:t>
            </a:r>
          </a:p>
        </p:txBody>
      </p:sp>
      <p:sp>
        <p:nvSpPr>
          <p:cNvPr id="4" name="fig2-body-input">
            <a:extLst xmlns:a="http://schemas.openxmlformats.org/drawingml/2006/main">
              <a:ext uri="{FF2B5EF4-FFF2-40B4-BE49-F238E27FC236}">
                <a16:creationId xmlns:a16="http://schemas.microsoft.com/office/drawing/2014/main" id="{6EB80CA6-CFCB-4F54-BF58-6CE3DFFA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85900"/>
            <a:ext cx="17145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3335">
            <a:solidFill>
              <a:srgbClr val="2F6FB2"/>
            </a:solidFill>
            <a:prstDash val="solid"/>
          </a:ln>
        </p:spPr>
      </p:sp>
      <p:sp>
        <p:nvSpPr>
          <p:cNvPr id="5" name="fig2-head-stage1">
            <a:extLst xmlns:a="http://schemas.openxmlformats.org/drawingml/2006/main">
              <a:ext uri="{FF2B5EF4-FFF2-40B4-BE49-F238E27FC236}">
                <a16:creationId xmlns:a16="http://schemas.microsoft.com/office/drawing/2014/main" id="{CE93DBD8-69B7-4B7D-8FBC-B7AC9DD6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9525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6"/>
          </a:solidFill>
          <a:ln xmlns:a="http://schemas.openxmlformats.org/drawingml/2006/main" w="9525">
            <a:solidFill>
              <a:srgbClr val="278C86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1｜证据获取</a:t>
            </a:r>
          </a:p>
        </p:txBody>
      </p:sp>
      <p:sp>
        <p:nvSpPr>
          <p:cNvPr id="6" name="fig2-body-stage1">
            <a:extLst xmlns:a="http://schemas.openxmlformats.org/drawingml/2006/main">
              <a:ext uri="{FF2B5EF4-FFF2-40B4-BE49-F238E27FC236}">
                <a16:creationId xmlns:a16="http://schemas.microsoft.com/office/drawing/2014/main" id="{54C55499-69A1-4932-96CC-5D880AF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23812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2"/>
          </a:solidFill>
          <a:ln xmlns:a="http://schemas.openxmlformats.org/drawingml/2006/main" w="13335">
            <a:solidFill>
              <a:srgbClr val="278C86"/>
            </a:solidFill>
            <a:prstDash val="solid"/>
          </a:ln>
        </p:spPr>
      </p:sp>
      <p:sp>
        <p:nvSpPr>
          <p:cNvPr id="7" name="fig2-head-stage2">
            <a:extLst xmlns:a="http://schemas.openxmlformats.org/drawingml/2006/main">
              <a:ext uri="{FF2B5EF4-FFF2-40B4-BE49-F238E27FC236}">
                <a16:creationId xmlns:a16="http://schemas.microsoft.com/office/drawing/2014/main" id="{8A69BEF8-5F3E-4FAD-ADF3-ACE8B5E3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9525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5"/>
          </a:solidFill>
          <a:ln xmlns:a="http://schemas.openxmlformats.org/drawingml/2006/main" w="9525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2｜沙箱干预</a:t>
            </a:r>
          </a:p>
        </p:txBody>
      </p:sp>
      <p:sp>
        <p:nvSpPr>
          <p:cNvPr id="8" name="fig2-body-stage2">
            <a:extLst xmlns:a="http://schemas.openxmlformats.org/drawingml/2006/main">
              <a:ext uri="{FF2B5EF4-FFF2-40B4-BE49-F238E27FC236}">
                <a16:creationId xmlns:a16="http://schemas.microsoft.com/office/drawing/2014/main" id="{9E9305D9-1C78-4EAE-92D7-3CB82BB2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85900"/>
            <a:ext cx="26670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3335">
            <a:solidFill>
              <a:srgbClr val="E58A35"/>
            </a:solidFill>
            <a:prstDash val="solid"/>
          </a:ln>
        </p:spPr>
      </p:sp>
      <p:sp>
        <p:nvSpPr>
          <p:cNvPr id="9" name="fig2-head-stage3">
            <a:extLst xmlns:a="http://schemas.openxmlformats.org/drawingml/2006/main">
              <a:ext uri="{FF2B5EF4-FFF2-40B4-BE49-F238E27FC236}">
                <a16:creationId xmlns:a16="http://schemas.microsoft.com/office/drawing/2014/main" id="{00CF7D60-A289-48AE-8BB8-408F742E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525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35C"/>
          </a:solidFill>
          <a:ln xmlns:a="http://schemas.openxmlformats.org/drawingml/2006/main" w="9525">
            <a:solidFill>
              <a:srgbClr val="D9635C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3｜合取验收</a:t>
            </a:r>
          </a:p>
        </p:txBody>
      </p:sp>
      <p:sp>
        <p:nvSpPr>
          <p:cNvPr id="10" name="fig2-body-stage3">
            <a:extLst xmlns:a="http://schemas.openxmlformats.org/drawingml/2006/main">
              <a:ext uri="{FF2B5EF4-FFF2-40B4-BE49-F238E27FC236}">
                <a16:creationId xmlns:a16="http://schemas.microsoft.com/office/drawing/2014/main" id="{261426E0-F597-470C-940E-9998F2AB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85900"/>
            <a:ext cx="30480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9"/>
          </a:solidFill>
          <a:ln xmlns:a="http://schemas.openxmlformats.org/drawingml/2006/main" w="19050">
            <a:solidFill>
              <a:srgbClr val="D9635C"/>
            </a:solidFill>
            <a:prstDash val="solid"/>
          </a:ln>
        </p:spPr>
      </p:sp>
      <p:sp>
        <p:nvSpPr>
          <p:cNvPr id="11" name="fig2-head-stage4">
            <a:extLst xmlns:a="http://schemas.openxmlformats.org/drawingml/2006/main">
              <a:ext uri="{FF2B5EF4-FFF2-40B4-BE49-F238E27FC236}">
                <a16:creationId xmlns:a16="http://schemas.microsoft.com/office/drawing/2014/main" id="{B54563C3-B59F-4EA3-B3A1-620B7AB9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952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4A8"/>
          </a:solidFill>
          <a:ln xmlns:a="http://schemas.openxmlformats.org/drawingml/2006/main" w="9525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4｜反馈治理</a:t>
            </a:r>
          </a:p>
        </p:txBody>
      </p:sp>
      <p:sp>
        <p:nvSpPr>
          <p:cNvPr id="12" name="fig2-body-stage4">
            <a:extLst xmlns:a="http://schemas.openxmlformats.org/drawingml/2006/main">
              <a:ext uri="{FF2B5EF4-FFF2-40B4-BE49-F238E27FC236}">
                <a16:creationId xmlns:a16="http://schemas.microsoft.com/office/drawing/2014/main" id="{B80E2EB7-A879-4E70-A1E5-01F1BCDA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1485900"/>
            <a:ext cx="1809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3335">
            <a:solidFill>
              <a:srgbClr val="7464A8"/>
            </a:solidFill>
            <a:prstDash val="solid"/>
          </a:ln>
        </p:spPr>
      </p:sp>
      <p:sp>
        <p:nvSpPr>
          <p:cNvPr id="13" name="fig2-head-output">
            <a:extLst xmlns:a="http://schemas.openxmlformats.org/drawingml/2006/main">
              <a:ext uri="{FF2B5EF4-FFF2-40B4-BE49-F238E27FC236}">
                <a16:creationId xmlns:a16="http://schemas.microsoft.com/office/drawing/2014/main" id="{FC262906-BDAE-4116-93C1-8B76CBD6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525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57"/>
          </a:solidFill>
          <a:ln xmlns:a="http://schemas.openxmlformats.org/drawingml/2006/main" w="9525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治理输出</a:t>
            </a:r>
          </a:p>
        </p:txBody>
      </p:sp>
      <p:sp>
        <p:nvSpPr>
          <p:cNvPr id="14" name="fig2-body-output">
            <a:extLst xmlns:a="http://schemas.openxmlformats.org/drawingml/2006/main">
              <a:ext uri="{FF2B5EF4-FFF2-40B4-BE49-F238E27FC236}">
                <a16:creationId xmlns:a16="http://schemas.microsoft.com/office/drawing/2014/main" id="{5E4850EE-1037-46F2-9722-CAECAC21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1485900"/>
            <a:ext cx="15049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3335">
            <a:solidFill>
              <a:srgbClr val="3E8B57"/>
            </a:solidFill>
            <a:prstDash val="solid"/>
          </a:ln>
        </p:spPr>
      </p:sp>
      <p:cxnSp>
        <p:nvCxnSpPr>
          <p:cNvPr id="169" name="fig2-main-input-stage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574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170" name="fig2-main-stage1-stage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244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171" name="fig2-main-stage2-stage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7715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172" name="fig2-main-stage3-stage4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10109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173" name="fig2-main-stage4-output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31064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sp>
        <p:nvSpPr>
          <p:cNvPr id="20" name="fig2-input-title">
            <a:extLst xmlns:a="http://schemas.openxmlformats.org/drawingml/2006/main">
              <a:ext uri="{FF2B5EF4-FFF2-40B4-BE49-F238E27FC236}">
                <a16:creationId xmlns:a16="http://schemas.microsoft.com/office/drawing/2014/main" id="{894B16DB-4BBD-426A-9630-A35F832B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00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rPr>
              <a:t>原始时序语料</a:t>
            </a:r>
          </a:p>
        </p:txBody>
      </p:sp>
      <p:sp>
        <p:nvSpPr>
          <p:cNvPr id="21" name="fig2-raw-series-frame">
            <a:extLst xmlns:a="http://schemas.openxmlformats.org/drawingml/2006/main">
              <a:ext uri="{FF2B5EF4-FFF2-40B4-BE49-F238E27FC236}">
                <a16:creationId xmlns:a16="http://schemas.microsoft.com/office/drawing/2014/main" id="{B622569D-3F90-4D36-A35C-C7854F19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409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8FD1"/>
            </a:solidFill>
            <a:prstDash val="solid"/>
          </a:ln>
        </p:spPr>
      </p:sp>
      <p:sp>
        <p:nvSpPr>
          <p:cNvPr id="22" name="fig2-raw-series-1-axis">
            <a:extLst xmlns:a="http://schemas.openxmlformats.org/drawingml/2006/main">
              <a:ext uri="{FF2B5EF4-FFF2-40B4-BE49-F238E27FC236}">
                <a16:creationId xmlns:a16="http://schemas.microsoft.com/office/drawing/2014/main" id="{99AD202D-531E-45FC-A7C3-7DDFF1BF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2314575"/>
            <a:ext cx="11811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3" name="fig2-raw-series-1-1">
            <a:extLst xmlns:a="http://schemas.openxmlformats.org/drawingml/2006/main">
              <a:ext uri="{FF2B5EF4-FFF2-40B4-BE49-F238E27FC236}">
                <a16:creationId xmlns:a16="http://schemas.microsoft.com/office/drawing/2014/main" id="{FCC795D4-9C1C-4F97-93BA-2DC4DC44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00" y="2214563"/>
            <a:ext cx="147638" cy="16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24" name="fig2-raw-series-1-2">
            <a:extLst xmlns:a="http://schemas.openxmlformats.org/drawingml/2006/main">
              <a:ext uri="{FF2B5EF4-FFF2-40B4-BE49-F238E27FC236}">
                <a16:creationId xmlns:a16="http://schemas.microsoft.com/office/drawing/2014/main" id="{27851DB0-EEA8-4416-8D90-B4704B13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7238" y="2195513"/>
            <a:ext cx="147638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25" name="fig2-raw-series-1-3">
            <a:extLst xmlns:a="http://schemas.openxmlformats.org/drawingml/2006/main">
              <a:ext uri="{FF2B5EF4-FFF2-40B4-BE49-F238E27FC236}">
                <a16:creationId xmlns:a16="http://schemas.microsoft.com/office/drawing/2014/main" id="{454D7511-8324-4D0F-93D8-09593301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4875" y="2195513"/>
            <a:ext cx="1476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26" name="fig2-raw-series-1-4">
            <a:extLst xmlns:a="http://schemas.openxmlformats.org/drawingml/2006/main">
              <a:ext uri="{FF2B5EF4-FFF2-40B4-BE49-F238E27FC236}">
                <a16:creationId xmlns:a16="http://schemas.microsoft.com/office/drawing/2014/main" id="{E5F28F61-5C29-45A5-8675-915E7C08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52513" y="2176463"/>
            <a:ext cx="147638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27" name="fig2-raw-series-1-5">
            <a:extLst xmlns:a="http://schemas.openxmlformats.org/drawingml/2006/main">
              <a:ext uri="{FF2B5EF4-FFF2-40B4-BE49-F238E27FC236}">
                <a16:creationId xmlns:a16="http://schemas.microsoft.com/office/drawing/2014/main" id="{16D6187B-2CDC-4C67-9608-B75FB8D5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00150" y="2176463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28" name="fig2-raw-series-1-6">
            <a:extLst xmlns:a="http://schemas.openxmlformats.org/drawingml/2006/main">
              <a:ext uri="{FF2B5EF4-FFF2-40B4-BE49-F238E27FC236}">
                <a16:creationId xmlns:a16="http://schemas.microsoft.com/office/drawing/2014/main" id="{1DFA8C9B-1858-4548-93FD-E0906485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7788" y="2166938"/>
            <a:ext cx="147638" cy="214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29" name="fig2-raw-series-1-7">
            <a:extLst xmlns:a="http://schemas.openxmlformats.org/drawingml/2006/main">
              <a:ext uri="{FF2B5EF4-FFF2-40B4-BE49-F238E27FC236}">
                <a16:creationId xmlns:a16="http://schemas.microsoft.com/office/drawing/2014/main" id="{EB3D2A92-AFF6-4730-BA5F-0C1A02FC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95425" y="2166938"/>
            <a:ext cx="147638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30" name="fig2-raw-series-1-8">
            <a:extLst xmlns:a="http://schemas.openxmlformats.org/drawingml/2006/main">
              <a:ext uri="{FF2B5EF4-FFF2-40B4-BE49-F238E27FC236}">
                <a16:creationId xmlns:a16="http://schemas.microsoft.com/office/drawing/2014/main" id="{35E216EC-274E-42BC-9F8C-CBC2A606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43063" y="2157413"/>
            <a:ext cx="147638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31" name="fig2-raw-series-2-axis">
            <a:extLst xmlns:a="http://schemas.openxmlformats.org/drawingml/2006/main">
              <a:ext uri="{FF2B5EF4-FFF2-40B4-BE49-F238E27FC236}">
                <a16:creationId xmlns:a16="http://schemas.microsoft.com/office/drawing/2014/main" id="{79FE3F6E-D969-4431-9B79-B279B238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2619375"/>
            <a:ext cx="11811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2" name="fig2-raw-series-2-1">
            <a:extLst xmlns:a="http://schemas.openxmlformats.org/drawingml/2006/main">
              <a:ext uri="{FF2B5EF4-FFF2-40B4-BE49-F238E27FC236}">
                <a16:creationId xmlns:a16="http://schemas.microsoft.com/office/drawing/2014/main" id="{EC607F39-7552-4E7C-815D-0AAFC808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00" y="2540794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3" name="fig2-raw-series-2-2">
            <a:extLst xmlns:a="http://schemas.openxmlformats.org/drawingml/2006/main">
              <a:ext uri="{FF2B5EF4-FFF2-40B4-BE49-F238E27FC236}">
                <a16:creationId xmlns:a16="http://schemas.microsoft.com/office/drawing/2014/main" id="{2868136A-809A-41EA-9B87-5B10940F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7238" y="2528888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4" name="fig2-raw-series-2-3">
            <a:extLst xmlns:a="http://schemas.openxmlformats.org/drawingml/2006/main">
              <a:ext uri="{FF2B5EF4-FFF2-40B4-BE49-F238E27FC236}">
                <a16:creationId xmlns:a16="http://schemas.microsoft.com/office/drawing/2014/main" id="{A1E509B2-22CD-4A44-97A2-20D058E1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4875" y="2514600"/>
            <a:ext cx="147638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5" name="fig2-raw-series-2-4">
            <a:extLst xmlns:a="http://schemas.openxmlformats.org/drawingml/2006/main">
              <a:ext uri="{FF2B5EF4-FFF2-40B4-BE49-F238E27FC236}">
                <a16:creationId xmlns:a16="http://schemas.microsoft.com/office/drawing/2014/main" id="{E8EC1BF4-4B52-4529-A92D-EA5CFFDD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52513" y="2514600"/>
            <a:ext cx="147638" cy="71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6" name="fig2-raw-series-2-5">
            <a:extLst xmlns:a="http://schemas.openxmlformats.org/drawingml/2006/main">
              <a:ext uri="{FF2B5EF4-FFF2-40B4-BE49-F238E27FC236}">
                <a16:creationId xmlns:a16="http://schemas.microsoft.com/office/drawing/2014/main" id="{35D88BFB-1E8F-4ACB-B2DD-4890B190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0150" y="2509838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7" name="fig2-raw-series-2-6">
            <a:extLst xmlns:a="http://schemas.openxmlformats.org/drawingml/2006/main">
              <a:ext uri="{FF2B5EF4-FFF2-40B4-BE49-F238E27FC236}">
                <a16:creationId xmlns:a16="http://schemas.microsoft.com/office/drawing/2014/main" id="{2851DE40-D950-48A9-B374-42104EBA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7788" y="2500313"/>
            <a:ext cx="1476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8" name="fig2-raw-series-2-7">
            <a:extLst xmlns:a="http://schemas.openxmlformats.org/drawingml/2006/main">
              <a:ext uri="{FF2B5EF4-FFF2-40B4-BE49-F238E27FC236}">
                <a16:creationId xmlns:a16="http://schemas.microsoft.com/office/drawing/2014/main" id="{6E3638CA-FA65-4DFE-9B78-AD51B797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95425" y="2483644"/>
            <a:ext cx="147638" cy="16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9" name="fig2-raw-series-2-8">
            <a:extLst xmlns:a="http://schemas.openxmlformats.org/drawingml/2006/main">
              <a:ext uri="{FF2B5EF4-FFF2-40B4-BE49-F238E27FC236}">
                <a16:creationId xmlns:a16="http://schemas.microsoft.com/office/drawing/2014/main" id="{78CF9963-2C07-4D28-86C8-7EC17935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43063" y="2483644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40" name="fig2-raw-series-3-axis">
            <a:extLst xmlns:a="http://schemas.openxmlformats.org/drawingml/2006/main">
              <a:ext uri="{FF2B5EF4-FFF2-40B4-BE49-F238E27FC236}">
                <a16:creationId xmlns:a16="http://schemas.microsoft.com/office/drawing/2014/main" id="{B814BFDF-5A91-4CD0-A673-CE99FB5D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2924175"/>
            <a:ext cx="11811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1" name="fig2-raw-series-3-1">
            <a:extLst xmlns:a="http://schemas.openxmlformats.org/drawingml/2006/main">
              <a:ext uri="{FF2B5EF4-FFF2-40B4-BE49-F238E27FC236}">
                <a16:creationId xmlns:a16="http://schemas.microsoft.com/office/drawing/2014/main" id="{E99E9A94-FC33-48F2-9391-3450EA38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2800350"/>
            <a:ext cx="147638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2" name="fig2-raw-series-3-2">
            <a:extLst xmlns:a="http://schemas.openxmlformats.org/drawingml/2006/main">
              <a:ext uri="{FF2B5EF4-FFF2-40B4-BE49-F238E27FC236}">
                <a16:creationId xmlns:a16="http://schemas.microsoft.com/office/drawing/2014/main" id="{6AB18103-3828-4E3F-814D-A10EFC6C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7238" y="2793206"/>
            <a:ext cx="147638" cy="214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3" name="fig2-raw-series-3-3">
            <a:extLst xmlns:a="http://schemas.openxmlformats.org/drawingml/2006/main">
              <a:ext uri="{FF2B5EF4-FFF2-40B4-BE49-F238E27FC236}">
                <a16:creationId xmlns:a16="http://schemas.microsoft.com/office/drawing/2014/main" id="{3ECC4169-9FF1-42DD-A7AE-E8060DA8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4875" y="2781300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4" name="fig2-raw-series-3-4">
            <a:extLst xmlns:a="http://schemas.openxmlformats.org/drawingml/2006/main">
              <a:ext uri="{FF2B5EF4-FFF2-40B4-BE49-F238E27FC236}">
                <a16:creationId xmlns:a16="http://schemas.microsoft.com/office/drawing/2014/main" id="{50E3364E-FAF4-46DE-B7E7-89F22474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52513" y="2781300"/>
            <a:ext cx="147638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5" name="fig2-raw-series-3-5">
            <a:extLst xmlns:a="http://schemas.openxmlformats.org/drawingml/2006/main">
              <a:ext uri="{FF2B5EF4-FFF2-40B4-BE49-F238E27FC236}">
                <a16:creationId xmlns:a16="http://schemas.microsoft.com/office/drawing/2014/main" id="{BE46269B-7DD3-49E5-864B-B3DFE2F9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0150" y="2774156"/>
            <a:ext cx="147638" cy="214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6" name="fig2-raw-series-3-6">
            <a:extLst xmlns:a="http://schemas.openxmlformats.org/drawingml/2006/main">
              <a:ext uri="{FF2B5EF4-FFF2-40B4-BE49-F238E27FC236}">
                <a16:creationId xmlns:a16="http://schemas.microsoft.com/office/drawing/2014/main" id="{8784B088-E91A-44BB-B8F5-2DDA651A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47788" y="2774156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7" name="fig2-raw-series-3-7">
            <a:extLst xmlns:a="http://schemas.openxmlformats.org/drawingml/2006/main">
              <a:ext uri="{FF2B5EF4-FFF2-40B4-BE49-F238E27FC236}">
                <a16:creationId xmlns:a16="http://schemas.microsoft.com/office/drawing/2014/main" id="{C2C5EA9A-ABFD-4662-8791-F386D897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95425" y="2762250"/>
            <a:ext cx="147638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8" name="fig2-raw-series-3-8">
            <a:extLst xmlns:a="http://schemas.openxmlformats.org/drawingml/2006/main">
              <a:ext uri="{FF2B5EF4-FFF2-40B4-BE49-F238E27FC236}">
                <a16:creationId xmlns:a16="http://schemas.microsoft.com/office/drawing/2014/main" id="{AA9693E8-A71A-4BDD-A44B-339155A9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43063" y="2762250"/>
            <a:ext cx="147638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9" name="fig2-raw-labels">
            <a:extLst xmlns:a="http://schemas.openxmlformats.org/drawingml/2006/main">
              <a:ext uri="{FF2B5EF4-FFF2-40B4-BE49-F238E27FC236}">
                <a16:creationId xmlns:a16="http://schemas.microsoft.com/office/drawing/2014/main" id="{390276AB-720B-4A5D-BE1D-3600FF2F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常规｜缺失｜尖峰｜噪声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水平错位｜真实极值</a:t>
            </a:r>
          </a:p>
        </p:txBody>
      </p:sp>
      <p:sp>
        <p:nvSpPr>
          <p:cNvPr id="50" name="fig2-windowing">
            <a:extLst xmlns:a="http://schemas.openxmlformats.org/drawingml/2006/main">
              <a:ext uri="{FF2B5EF4-FFF2-40B4-BE49-F238E27FC236}">
                <a16:creationId xmlns:a16="http://schemas.microsoft.com/office/drawing/2014/main" id="{ADF90C13-4921-4C9B-8F26-FC44C8E8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8FD1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rPr>
              <a:t>窗口化与数据管线</a:t>
            </a:r>
          </a:p>
        </p:txBody>
      </p:sp>
      <p:sp>
        <p:nvSpPr>
          <p:cNvPr id="51" name="fig2-input-boundary">
            <a:extLst xmlns:a="http://schemas.openxmlformats.org/drawingml/2006/main">
              <a:ext uri="{FF2B5EF4-FFF2-40B4-BE49-F238E27FC236}">
                <a16:creationId xmlns:a16="http://schemas.microsoft.com/office/drawing/2014/main" id="{A35888D3-2ED9-4A70-8229-DEC418C8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8FD1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只提供窗口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不直接修改数据</a:t>
            </a:r>
          </a:p>
        </p:txBody>
      </p:sp>
      <p:cxnSp>
        <p:nvCxnSpPr>
          <p:cNvPr id="206" name="fig2-input-window-boundary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200150" y="43053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5B8FD1"/>
            </a:solidFill>
            <a:prstDash val="solid"/>
            <a:miter/>
            <a:tailEnd type="triangle" w="sm" len="sm"/>
          </a:ln>
        </p:spPr>
      </p:cxnSp>
      <p:sp>
        <p:nvSpPr>
          <p:cNvPr id="53" name="fig2-statistical-profile">
            <a:extLst xmlns:a="http://schemas.openxmlformats.org/drawingml/2006/main">
              <a:ext uri="{FF2B5EF4-FFF2-40B4-BE49-F238E27FC236}">
                <a16:creationId xmlns:a16="http://schemas.microsoft.com/office/drawing/2014/main" id="{349D9095-AFF3-46B2-889A-91D7100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76400"/>
            <a:ext cx="990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78C86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rPr>
              <a:t>统计画像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rPr>
              <a:t>趋势·季节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rPr>
              <a:t>变点·异常</a:t>
            </a:r>
          </a:p>
        </p:txBody>
      </p:sp>
      <p:sp>
        <p:nvSpPr>
          <p:cNvPr id="54" name="fig2-behavior-probe">
            <a:extLst xmlns:a="http://schemas.openxmlformats.org/drawingml/2006/main">
              <a:ext uri="{FF2B5EF4-FFF2-40B4-BE49-F238E27FC236}">
                <a16:creationId xmlns:a16="http://schemas.microsoft.com/office/drawing/2014/main" id="{397C8D3B-6E2D-4A3D-9BD2-A554CD52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76400"/>
            <a:ext cx="990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78C86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>
                <a:solidFill>
                  <a:srgbClr val="278C86"/>
                </a:solidFill>
              </a:defRPr>
            </a:pPr>
            <a:r>
              <a: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rPr>
              <a:t>冻结 </a:t>
            </a:r>
            <a:r>
              <a:rPr sz="1050" b="1">
                <a:solidFill>
                  <a:srgbClr val="278C86"/>
                </a:solidFill>
                <a:latin typeface="Calibri"/>
                <a:ea typeface="Calibri"/>
                <a:cs typeface="Calibri"/>
              </a:rPr>
              <a:t>TSFM</a:t>
            </a:r>
            <a:r>
              <a: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rPr>
              <a:t>
行为探测
14维信号</a:t>
            </a:r>
          </a:p>
        </p:txBody>
      </p:sp>
      <p:sp>
        <p:nvSpPr>
          <p:cNvPr id="55" name="fig2-peer-calibration">
            <a:extLst xmlns:a="http://schemas.openxmlformats.org/drawingml/2006/main">
              <a:ext uri="{FF2B5EF4-FFF2-40B4-BE49-F238E27FC236}">
                <a16:creationId xmlns:a16="http://schemas.microsoft.com/office/drawing/2014/main" id="{D70F9021-A822-4746-BD88-A60C13C7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1465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78C86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画像同类检索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稳健中心 + 展布</a:t>
            </a:r>
          </a:p>
        </p:txBody>
      </p:sp>
      <p:sp>
        <p:nvSpPr>
          <p:cNvPr id="56" name="fig2-risk-state">
            <a:extLst xmlns:a="http://schemas.openxmlformats.org/drawingml/2006/main">
              <a:ext uri="{FF2B5EF4-FFF2-40B4-BE49-F238E27FC236}">
                <a16:creationId xmlns:a16="http://schemas.microsoft.com/office/drawing/2014/main" id="{F10C8B54-5DFB-4CCB-B18E-14265F15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433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6"/>
          </a:solidFill>
          <a:ln xmlns:a="http://schemas.openxmlformats.org/drawingml/2006/main" w="11430">
            <a:solidFill>
              <a:srgbClr val="278C86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风险状态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行为风险（可预测性）</a:t>
            </a:r>
          </a:p>
        </p:txBody>
      </p:sp>
      <p:sp>
        <p:nvSpPr>
          <p:cNvPr id="57" name="fig2-risk-warning">
            <a:extLst xmlns:a="http://schemas.openxmlformats.org/drawingml/2006/main">
              <a:ext uri="{FF2B5EF4-FFF2-40B4-BE49-F238E27FC236}">
                <a16:creationId xmlns:a16="http://schemas.microsoft.com/office/drawing/2014/main" id="{5400A3BC-5C09-4478-B664-5CCC5F18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rPr>
              <a:t>不是“数据质量分数”</a:t>
            </a:r>
          </a:p>
        </p:txBody>
      </p:sp>
      <p:cxnSp>
        <p:nvCxnSpPr>
          <p:cNvPr id="212" name="fig2-stat-peer"/>
          <p:cNvCxnSpPr>
            <a:stCxn xmlns:a="http://schemas.openxmlformats.org/drawingml/2006/main" id="53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971800" y="2476500"/>
            <a:ext cx="561975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278C86"/>
            </a:solidFill>
            <a:prstDash val="solid"/>
            <a:miter/>
            <a:tailEnd type="triangle" w="sm" len="sm"/>
          </a:ln>
        </p:spPr>
      </p:cxnSp>
      <p:cxnSp>
        <p:nvCxnSpPr>
          <p:cNvPr id="213" name="fig2-behavior-peer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 flipH="1">
            <a:off x="3533775" y="2476500"/>
            <a:ext cx="561975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278C86"/>
            </a:solidFill>
            <a:prstDash val="solid"/>
            <a:miter/>
            <a:tailEnd type="triangle" w="sm" len="sm"/>
          </a:ln>
        </p:spPr>
      </p:cxnSp>
      <p:cxnSp>
        <p:nvCxnSpPr>
          <p:cNvPr id="214" name="fig2-peer-state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3533775" y="34861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278C86"/>
            </a:solidFill>
            <a:prstDash val="solid"/>
            <a:miter/>
            <a:tailEnd type="triangle" w="sm" len="sm"/>
          </a:ln>
        </p:spPr>
      </p:cxnSp>
      <p:sp>
        <p:nvSpPr>
          <p:cNvPr id="61" name="fig2-action-title">
            <a:extLst xmlns:a="http://schemas.openxmlformats.org/drawingml/2006/main">
              <a:ext uri="{FF2B5EF4-FFF2-40B4-BE49-F238E27FC236}">
                <a16:creationId xmlns:a16="http://schemas.microsoft.com/office/drawing/2014/main" id="{FAB90822-AB96-4627-AD18-987655AC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002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rPr>
              <a:t>候选动作集合</a:t>
            </a:r>
          </a:p>
        </p:txBody>
      </p:sp>
      <p:sp>
        <p:nvSpPr>
          <p:cNvPr id="62" name="fig2-action-area">
            <a:extLst xmlns:a="http://schemas.openxmlformats.org/drawingml/2006/main">
              <a:ext uri="{FF2B5EF4-FFF2-40B4-BE49-F238E27FC236}">
                <a16:creationId xmlns:a16="http://schemas.microsoft.com/office/drawing/2014/main" id="{765B46B0-C28A-47D0-B67E-11365CFE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85950"/>
            <a:ext cx="2400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</p:sp>
      <p:sp>
        <p:nvSpPr>
          <p:cNvPr id="63" name="fig2-action-1">
            <a:extLst xmlns:a="http://schemas.openxmlformats.org/drawingml/2006/main">
              <a:ext uri="{FF2B5EF4-FFF2-40B4-BE49-F238E27FC236}">
                <a16:creationId xmlns:a16="http://schemas.microsoft.com/office/drawing/2014/main" id="{24E2366E-85DC-4BB5-B98D-94EC6CA3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64" name="fig2-action-2">
            <a:extLst xmlns:a="http://schemas.openxmlformats.org/drawingml/2006/main">
              <a:ext uri="{FF2B5EF4-FFF2-40B4-BE49-F238E27FC236}">
                <a16:creationId xmlns:a16="http://schemas.microsoft.com/office/drawing/2014/main" id="{E3F718A9-FC42-465B-8315-519507C7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431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插补</a:t>
            </a:r>
          </a:p>
        </p:txBody>
      </p:sp>
      <p:sp>
        <p:nvSpPr>
          <p:cNvPr id="65" name="fig2-action-3">
            <a:extLst xmlns:a="http://schemas.openxmlformats.org/drawingml/2006/main">
              <a:ext uri="{FF2B5EF4-FFF2-40B4-BE49-F238E27FC236}">
                <a16:creationId xmlns:a16="http://schemas.microsoft.com/office/drawing/2014/main" id="{739D2726-915D-4D92-8D33-A04FA47B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去尖峰</a:t>
            </a:r>
          </a:p>
        </p:txBody>
      </p:sp>
      <p:sp>
        <p:nvSpPr>
          <p:cNvPr id="66" name="fig2-action-4">
            <a:extLst xmlns:a="http://schemas.openxmlformats.org/drawingml/2006/main">
              <a:ext uri="{FF2B5EF4-FFF2-40B4-BE49-F238E27FC236}">
                <a16:creationId xmlns:a16="http://schemas.microsoft.com/office/drawing/2014/main" id="{549A980F-318D-4F1B-8B11-24B6DE9D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431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去噪</a:t>
            </a:r>
          </a:p>
        </p:txBody>
      </p:sp>
      <p:sp>
        <p:nvSpPr>
          <p:cNvPr id="67" name="fig2-action-5">
            <a:extLst xmlns:a="http://schemas.openxmlformats.org/drawingml/2006/main">
              <a:ext uri="{FF2B5EF4-FFF2-40B4-BE49-F238E27FC236}">
                <a16:creationId xmlns:a16="http://schemas.microsoft.com/office/drawing/2014/main" id="{E367029A-1944-4229-B316-6A4CE45F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266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重分段</a:t>
            </a:r>
          </a:p>
        </p:txBody>
      </p:sp>
      <p:sp>
        <p:nvSpPr>
          <p:cNvPr id="68" name="fig2-action-6">
            <a:extLst xmlns:a="http://schemas.openxmlformats.org/drawingml/2006/main">
              <a:ext uri="{FF2B5EF4-FFF2-40B4-BE49-F238E27FC236}">
                <a16:creationId xmlns:a16="http://schemas.microsoft.com/office/drawing/2014/main" id="{387BD342-C446-4F8E-9AB7-13B1B35F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66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隔离</a:t>
            </a:r>
          </a:p>
        </p:txBody>
      </p:sp>
      <p:sp>
        <p:nvSpPr>
          <p:cNvPr id="69" name="fig2-action-7">
            <a:extLst xmlns:a="http://schemas.openxmlformats.org/drawingml/2006/main">
              <a:ext uri="{FF2B5EF4-FFF2-40B4-BE49-F238E27FC236}">
                <a16:creationId xmlns:a16="http://schemas.microsoft.com/office/drawing/2014/main" id="{280163A6-5067-4E85-A206-E3C82AD6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66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70" name="fig2-working-copy">
            <a:extLst xmlns:a="http://schemas.openxmlformats.org/drawingml/2006/main">
              <a:ext uri="{FF2B5EF4-FFF2-40B4-BE49-F238E27FC236}">
                <a16:creationId xmlns:a16="http://schemas.microsoft.com/office/drawing/2014/main" id="{3008D06D-6A04-407B-8DF1-043E7E8C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工作副本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保持不变</a:t>
            </a:r>
          </a:p>
        </p:txBody>
      </p:sp>
      <p:sp>
        <p:nvSpPr>
          <p:cNvPr id="71" name="fig2-sandbox-copy">
            <a:extLst xmlns:a="http://schemas.openxmlformats.org/drawingml/2006/main">
              <a:ext uri="{FF2B5EF4-FFF2-40B4-BE49-F238E27FC236}">
                <a16:creationId xmlns:a16="http://schemas.microsoft.com/office/drawing/2014/main" id="{934E3F06-D110-43D9-B3BB-7DCE3FF2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5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沙箱副本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试执行</a:t>
            </a:r>
          </a:p>
        </p:txBody>
      </p:sp>
      <p:sp>
        <p:nvSpPr>
          <p:cNvPr id="72" name="fig2-copy-note">
            <a:extLst xmlns:a="http://schemas.openxmlformats.org/drawingml/2006/main">
              <a:ext uri="{FF2B5EF4-FFF2-40B4-BE49-F238E27FC236}">
                <a16:creationId xmlns:a16="http://schemas.microsoft.com/office/drawing/2014/main" id="{AD8D75FF-3D7F-409D-B489-18F53CAB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766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rPr>
              <a:t>复制而非覆盖</a:t>
            </a:r>
          </a:p>
        </p:txBody>
      </p:sp>
      <p:sp>
        <p:nvSpPr>
          <p:cNvPr id="73" name="fig2-remeasure">
            <a:extLst xmlns:a="http://schemas.openxmlformats.org/drawingml/2006/main">
              <a:ext uri="{FF2B5EF4-FFF2-40B4-BE49-F238E27FC236}">
                <a16:creationId xmlns:a16="http://schemas.microsoft.com/office/drawing/2014/main" id="{FBD095B6-92C0-4A33-8ED3-F69C38DC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0050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同一跨度 · 同一尺度 · 重新测量</a:t>
            </a:r>
          </a:p>
        </p:txBody>
      </p:sp>
      <p:sp>
        <p:nvSpPr>
          <p:cNvPr id="74" name="fig2-delta-u">
            <a:extLst xmlns:a="http://schemas.openxmlformats.org/drawingml/2006/main">
              <a:ext uri="{FF2B5EF4-FFF2-40B4-BE49-F238E27FC236}">
                <a16:creationId xmlns:a16="http://schemas.microsoft.com/office/drawing/2014/main" id="{78962D21-DEC7-4257-BB2E-F0B1D502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053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E58A35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>
                <a:solidFill>
                  <a:srgbClr val="E58A35"/>
                </a:solidFill>
                <a:latin typeface="Cambria Math"/>
                <a:ea typeface="Cambria Math"/>
                <a:cs typeface="Cambria Math"/>
              </a:rPr>
              <a:t>ΔU</a:t>
            </a:r>
          </a:p>
        </p:txBody>
      </p:sp>
      <p:sp>
        <p:nvSpPr>
          <p:cNvPr id="75" name="fig2-d">
            <a:extLst xmlns:a="http://schemas.openxmlformats.org/drawingml/2006/main">
              <a:ext uri="{FF2B5EF4-FFF2-40B4-BE49-F238E27FC236}">
                <a16:creationId xmlns:a16="http://schemas.microsoft.com/office/drawing/2014/main" id="{64B6F413-BB9F-477A-BCB3-269E78D2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053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E58A35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>
                <a:solidFill>
                  <a:srgbClr val="E58A35"/>
                </a:solidFill>
                <a:latin typeface="Cambria Math"/>
                <a:ea typeface="Cambria Math"/>
                <a:cs typeface="Cambria Math"/>
              </a:rPr>
              <a:t>D</a:t>
            </a:r>
          </a:p>
        </p:txBody>
      </p:sp>
      <p:sp>
        <p:nvSpPr>
          <p:cNvPr id="76" name="fig2-r">
            <a:extLst xmlns:a="http://schemas.openxmlformats.org/drawingml/2006/main">
              <a:ext uri="{FF2B5EF4-FFF2-40B4-BE49-F238E27FC236}">
                <a16:creationId xmlns:a16="http://schemas.microsoft.com/office/drawing/2014/main" id="{CF1D5924-D7F8-4465-824C-6EE13987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E58A35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>
                <a:solidFill>
                  <a:srgbClr val="E58A35"/>
                </a:solidFill>
                <a:latin typeface="Cambria Math"/>
                <a:ea typeface="Cambria Math"/>
                <a:cs typeface="Cambria Math"/>
              </a:rPr>
              <a:t>R</a:t>
            </a:r>
          </a:p>
        </p:txBody>
      </p:sp>
      <p:cxnSp>
        <p:nvCxnSpPr>
          <p:cNvPr id="231" name="fig2-action-working"/>
          <p:cNvCxnSpPr>
            <a:stCxn xmlns:a="http://schemas.openxmlformats.org/drawingml/2006/main" id="62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 flipH="1">
            <a:off x="5724525" y="2647950"/>
            <a:ext cx="61912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E58A35"/>
            </a:solidFill>
            <a:prstDash val="solid"/>
            <a:miter/>
            <a:tailEnd type="triangle" w="sm" len="sm"/>
          </a:ln>
        </p:spPr>
      </p:cxnSp>
      <p:cxnSp>
        <p:nvCxnSpPr>
          <p:cNvPr id="232" name="fig2-working-sandbox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6229350" y="33051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E58A35"/>
            </a:solidFill>
            <a:prstDash val="solid"/>
            <a:miter/>
            <a:tailEnd type="triangle" w="sm" len="sm"/>
          </a:ln>
        </p:spPr>
      </p:cxnSp>
      <p:cxnSp>
        <p:nvCxnSpPr>
          <p:cNvPr id="233" name="fig2-sandbox-remeasure"/>
          <p:cNvCxnSpPr>
            <a:stCxn xmlns:a="http://schemas.openxmlformats.org/drawingml/2006/main" id="71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 flipH="1">
            <a:off x="6343650" y="3600450"/>
            <a:ext cx="619125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E58A35"/>
            </a:solidFill>
            <a:prstDash val="solid"/>
            <a:miter/>
            <a:tailEnd type="triangle" w="sm" len="sm"/>
          </a:ln>
        </p:spPr>
      </p:cxnSp>
      <p:sp>
        <p:nvSpPr>
          <p:cNvPr id="80" name="fig2-calibration-title">
            <a:extLst xmlns:a="http://schemas.openxmlformats.org/drawingml/2006/main">
              <a:ext uri="{FF2B5EF4-FFF2-40B4-BE49-F238E27FC236}">
                <a16:creationId xmlns:a16="http://schemas.microsoft.com/office/drawing/2014/main" id="{4268BE05-A101-4402-A13A-81E72275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002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96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635C"/>
                </a:solidFill>
                <a:latin typeface="Microsoft YaHei"/>
                <a:ea typeface="Microsoft YaHei"/>
                <a:cs typeface="Microsoft YaHei"/>
              </a:rPr>
              <a:t>有限样本阈值校准</a:t>
            </a:r>
          </a:p>
        </p:txBody>
      </p:sp>
      <p:sp>
        <p:nvSpPr>
          <p:cNvPr id="81" name="fig2-cal-set">
            <a:extLst xmlns:a="http://schemas.openxmlformats.org/drawingml/2006/main">
              <a:ext uri="{FF2B5EF4-FFF2-40B4-BE49-F238E27FC236}">
                <a16:creationId xmlns:a16="http://schemas.microsoft.com/office/drawing/2014/main" id="{523F41A4-0D46-4F6A-A884-7669FD19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76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635C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校准集</a:t>
            </a:r>
          </a:p>
        </p:txBody>
      </p:sp>
      <p:sp>
        <p:nvSpPr>
          <p:cNvPr id="82" name="fig2-risk-cal">
            <a:extLst xmlns:a="http://schemas.openxmlformats.org/drawingml/2006/main">
              <a:ext uri="{FF2B5EF4-FFF2-40B4-BE49-F238E27FC236}">
                <a16:creationId xmlns:a16="http://schemas.microsoft.com/office/drawing/2014/main" id="{004E7943-154C-4BD8-A87E-7BF22CEA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635C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风险校准</a:t>
            </a:r>
          </a:p>
        </p:txBody>
      </p:sp>
      <p:sp>
        <p:nvSpPr>
          <p:cNvPr id="83" name="fig2-tau">
            <a:extLst xmlns:a="http://schemas.openxmlformats.org/drawingml/2006/main">
              <a:ext uri="{FF2B5EF4-FFF2-40B4-BE49-F238E27FC236}">
                <a16:creationId xmlns:a16="http://schemas.microsoft.com/office/drawing/2014/main" id="{016C6FC5-ECBE-4CB7-929F-7475CE48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943100"/>
            <a:ext cx="647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35C"/>
          </a:solidFill>
          <a:ln xmlns:a="http://schemas.openxmlformats.org/drawingml/2006/main" w="11430">
            <a:solidFill>
              <a:srgbClr val="D9635C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τ</a:t>
            </a:r>
          </a:p>
        </p:txBody>
      </p:sp>
      <p:sp>
        <p:nvSpPr>
          <p:cNvPr id="84" name="fig2-cal-note">
            <a:extLst xmlns:a="http://schemas.openxmlformats.org/drawingml/2006/main">
              <a:ext uri="{FF2B5EF4-FFF2-40B4-BE49-F238E27FC236}">
                <a16:creationId xmlns:a16="http://schemas.microsoft.com/office/drawing/2014/main" id="{99198868-B083-45FE-912B-89CCE745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语料构成变化时重新校准</a:t>
            </a:r>
          </a:p>
        </p:txBody>
      </p:sp>
      <p:sp>
        <p:nvSpPr>
          <p:cNvPr id="85" name="fig2-acceptance">
            <a:extLst xmlns:a="http://schemas.openxmlformats.org/drawingml/2006/main">
              <a:ext uri="{FF2B5EF4-FFF2-40B4-BE49-F238E27FC236}">
                <a16:creationId xmlns:a16="http://schemas.microsoft.com/office/drawing/2014/main" id="{B307D992-F3FE-4C2D-8082-884DDDAE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35C"/>
            </a:solidFill>
            <a:prstDash val="solid"/>
          </a:ln>
        </p:spPr>
      </p:sp>
      <p:sp>
        <p:nvSpPr>
          <p:cNvPr id="86" name="fig2-acceptance-title">
            <a:extLst xmlns:a="http://schemas.openxmlformats.org/drawingml/2006/main">
              <a:ext uri="{FF2B5EF4-FFF2-40B4-BE49-F238E27FC236}">
                <a16:creationId xmlns:a16="http://schemas.microsoft.com/office/drawing/2014/main" id="{7976D554-2EA3-45EF-9C95-58EA75B7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96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635C"/>
                </a:solidFill>
                <a:latin typeface="Microsoft YaHei"/>
                <a:ea typeface="Microsoft YaHei"/>
                <a:cs typeface="Microsoft YaHei"/>
              </a:rPr>
              <a:t>执行时合取验收</a:t>
            </a:r>
          </a:p>
        </p:txBody>
      </p:sp>
      <p:sp>
        <p:nvSpPr>
          <p:cNvPr id="87" name="fig2-acceptance-formula">
            <a:extLst xmlns:a="http://schemas.openxmlformats.org/drawingml/2006/main">
              <a:ext uri="{FF2B5EF4-FFF2-40B4-BE49-F238E27FC236}">
                <a16:creationId xmlns:a16="http://schemas.microsoft.com/office/drawing/2014/main" id="{D800C516-0FE1-4486-9DBF-28A67881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ΔU &gt; ε   ∧   D &lt; τ   ∧   R &lt; η</a:t>
            </a:r>
          </a:p>
        </p:txBody>
      </p:sp>
      <p:sp>
        <p:nvSpPr>
          <p:cNvPr id="88" name="fig2-commit">
            <a:extLst xmlns:a="http://schemas.openxmlformats.org/drawingml/2006/main">
              <a:ext uri="{FF2B5EF4-FFF2-40B4-BE49-F238E27FC236}">
                <a16:creationId xmlns:a16="http://schemas.microsoft.com/office/drawing/2014/main" id="{D8CEDA5A-A62A-4B80-8032-E67DCFD1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1200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57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更新工作副本</a:t>
            </a:r>
          </a:p>
        </p:txBody>
      </p:sp>
      <p:sp>
        <p:nvSpPr>
          <p:cNvPr id="89" name="fig2-rollback">
            <a:extLst xmlns:a="http://schemas.openxmlformats.org/drawingml/2006/main">
              <a:ext uri="{FF2B5EF4-FFF2-40B4-BE49-F238E27FC236}">
                <a16:creationId xmlns:a16="http://schemas.microsoft.com/office/drawing/2014/main" id="{F0FDC906-2360-42CD-826B-3A59D419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57650"/>
            <a:ext cx="1200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A"/>
          </a:solidFill>
          <a:ln xmlns:a="http://schemas.openxmlformats.org/drawingml/2006/main" w="11430">
            <a:solidFill>
              <a:srgbClr val="B94A4A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保留原窗口</a:t>
            </a:r>
          </a:p>
        </p:txBody>
      </p:sp>
      <p:sp>
        <p:nvSpPr>
          <p:cNvPr id="90" name="fig2-no-trace">
            <a:extLst xmlns:a="http://schemas.openxmlformats.org/drawingml/2006/main">
              <a:ext uri="{FF2B5EF4-FFF2-40B4-BE49-F238E27FC236}">
                <a16:creationId xmlns:a16="http://schemas.microsoft.com/office/drawing/2014/main" id="{90774FD8-DF03-4A42-A93B-B06E124D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rPr>
              <a:t>被拒试验不修改原始数据</a:t>
            </a:r>
          </a:p>
        </p:txBody>
      </p:sp>
      <p:cxnSp>
        <p:nvCxnSpPr>
          <p:cNvPr id="245" name="fig2-cal1-cal2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8877300" y="2181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D9635C"/>
            </a:solidFill>
            <a:prstDash val="solid"/>
            <a:miter/>
            <a:tailEnd type="triangle" w="sm" len="sm"/>
          </a:ln>
        </p:spPr>
      </p:cxnSp>
      <p:cxnSp>
        <p:nvCxnSpPr>
          <p:cNvPr id="246" name="fig2-cal2-tau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9982200" y="2181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D9635C"/>
            </a:solidFill>
            <a:prstDash val="solid"/>
            <a:miter/>
            <a:tailEnd type="triangle" w="sm" len="sm"/>
          </a:ln>
        </p:spPr>
      </p:cxnSp>
      <p:cxnSp>
        <p:nvCxnSpPr>
          <p:cNvPr id="247" name="fig2-cal-accept"/>
          <p:cNvCxnSpPr>
            <a:stCxn xmlns:a="http://schemas.openxmlformats.org/drawingml/2006/main" id="83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9486900" y="2419350"/>
            <a:ext cx="1047750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D9635C"/>
            </a:solidFill>
            <a:prstDash val="solid"/>
            <a:miter/>
            <a:tailEnd type="triangle" w="sm" len="sm"/>
          </a:ln>
        </p:spPr>
      </p:cxnSp>
      <p:cxnSp>
        <p:nvCxnSpPr>
          <p:cNvPr id="248" name="fig2-accept-commit"/>
          <p:cNvCxnSpPr>
            <a:stCxn xmlns:a="http://schemas.openxmlformats.org/drawingml/2006/main" id="85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 flipH="1">
            <a:off x="8791575" y="3695700"/>
            <a:ext cx="69532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3E8B57"/>
            </a:solidFill>
            <a:prstDash val="solid"/>
            <a:miter/>
            <a:tailEnd type="triangle" w="sm" len="sm"/>
          </a:ln>
        </p:spPr>
      </p:cxnSp>
      <p:cxnSp>
        <p:nvCxnSpPr>
          <p:cNvPr id="249" name="fig2-accept-rollback"/>
          <p:cNvCxnSpPr>
            <a:stCxn xmlns:a="http://schemas.openxmlformats.org/drawingml/2006/main" id="85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9486900" y="3695700"/>
            <a:ext cx="69532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B94A4A"/>
            </a:solidFill>
            <a:prstDash val="solid"/>
            <a:miter/>
            <a:tailEnd type="triangle" w="sm" len="sm"/>
          </a:ln>
        </p:spPr>
      </p:cxnSp>
      <p:sp>
        <p:nvSpPr>
          <p:cNvPr id="96" name="fig2-feedback-result">
            <a:extLst xmlns:a="http://schemas.openxmlformats.org/drawingml/2006/main">
              <a:ext uri="{FF2B5EF4-FFF2-40B4-BE49-F238E27FC236}">
                <a16:creationId xmlns:a16="http://schemas.microsoft.com/office/drawing/2014/main" id="{1BE346C0-ECB9-4F47-BC8B-49EBB4EF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676400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7464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464A8"/>
                </a:solidFill>
                <a:latin typeface="Microsoft YaHei"/>
                <a:ea typeface="Microsoft YaHei"/>
                <a:cs typeface="Microsoft YaHei"/>
              </a:rPr>
              <a:t>验收结果反馈</a:t>
            </a:r>
          </a:p>
        </p:txBody>
      </p:sp>
      <p:sp>
        <p:nvSpPr>
          <p:cNvPr id="97" name="fig2-feedback-value">
            <a:extLst xmlns:a="http://schemas.openxmlformats.org/drawingml/2006/main">
              <a:ext uri="{FF2B5EF4-FFF2-40B4-BE49-F238E27FC236}">
                <a16:creationId xmlns:a16="http://schemas.microsoft.com/office/drawing/2014/main" id="{BCEB1D5C-E059-492B-87C5-52C4D82C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533650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动作价值与优先级更新</a:t>
            </a:r>
          </a:p>
        </p:txBody>
      </p:sp>
      <p:sp>
        <p:nvSpPr>
          <p:cNvPr id="98" name="fig2-feedback-budget">
            <a:extLst xmlns:a="http://schemas.openxmlformats.org/drawingml/2006/main">
              <a:ext uri="{FF2B5EF4-FFF2-40B4-BE49-F238E27FC236}">
                <a16:creationId xmlns:a16="http://schemas.microsoft.com/office/drawing/2014/main" id="{28CB968B-EC57-4196-A651-DCA857C2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90900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模糊窗口优先探测</a:t>
            </a:r>
          </a:p>
        </p:txBody>
      </p:sp>
      <p:sp>
        <p:nvSpPr>
          <p:cNvPr id="99" name="fig2-feedback-next">
            <a:extLst xmlns:a="http://schemas.openxmlformats.org/drawingml/2006/main">
              <a:ext uri="{FF2B5EF4-FFF2-40B4-BE49-F238E27FC236}">
                <a16:creationId xmlns:a16="http://schemas.microsoft.com/office/drawing/2014/main" id="{B1D0BFAF-9F66-4DF5-9069-07C40605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4767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4A8"/>
          </a:solidFill>
          <a:ln xmlns:a="http://schemas.openxmlformats.org/drawingml/2006/main" w="11430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选择下一候选动作</a:t>
            </a:r>
          </a:p>
        </p:txBody>
      </p:sp>
      <p:cxnSp>
        <p:nvCxnSpPr>
          <p:cNvPr id="254" name="fig2-feedback-1-2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12201525" y="22288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464A8"/>
            </a:solidFill>
            <a:prstDash val="solid"/>
            <a:miter/>
            <a:tailEnd type="triangle" w="sm" len="sm"/>
          </a:ln>
        </p:spPr>
      </p:cxnSp>
      <p:cxnSp>
        <p:nvCxnSpPr>
          <p:cNvPr id="255" name="fig2-feedback-2-3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2201525" y="30861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464A8"/>
            </a:solidFill>
            <a:prstDash val="solid"/>
            <a:miter/>
            <a:tailEnd type="triangle" w="sm" len="sm"/>
          </a:ln>
        </p:spPr>
      </p:cxnSp>
      <p:cxnSp>
        <p:nvCxnSpPr>
          <p:cNvPr id="256" name="fig2-feedback-3-4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2201525" y="39433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464A8"/>
            </a:solidFill>
            <a:prstDash val="solid"/>
            <a:miter/>
            <a:tailEnd type="triangle" w="sm" len="sm"/>
          </a:ln>
        </p:spPr>
      </p:cxnSp>
      <p:sp>
        <p:nvSpPr>
          <p:cNvPr id="103" name="fig2-output-title">
            <a:extLst xmlns:a="http://schemas.openxmlformats.org/drawingml/2006/main">
              <a:ext uri="{FF2B5EF4-FFF2-40B4-BE49-F238E27FC236}">
                <a16:creationId xmlns:a16="http://schemas.microsoft.com/office/drawing/2014/main" id="{149B8D59-D73C-46F8-AE8B-016C61DD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6002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已验证治理语料</a:t>
            </a:r>
          </a:p>
        </p:txBody>
      </p:sp>
      <p:sp>
        <p:nvSpPr>
          <p:cNvPr id="104" name="fig2-output-series">
            <a:extLst xmlns:a="http://schemas.openxmlformats.org/drawingml/2006/main">
              <a:ext uri="{FF2B5EF4-FFF2-40B4-BE49-F238E27FC236}">
                <a16:creationId xmlns:a16="http://schemas.microsoft.com/office/drawing/2014/main" id="{F05C2D21-5A91-4CBD-BA26-B6BD8F70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1943100"/>
            <a:ext cx="1200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</p:sp>
      <p:sp>
        <p:nvSpPr>
          <p:cNvPr id="105" name="fig2-curated-series-1-axis">
            <a:extLst xmlns:a="http://schemas.openxmlformats.org/drawingml/2006/main">
              <a:ext uri="{FF2B5EF4-FFF2-40B4-BE49-F238E27FC236}">
                <a16:creationId xmlns:a16="http://schemas.microsoft.com/office/drawing/2014/main" id="{E672BC0F-CE3E-4A96-B911-0F63CF3B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658850" y="2314575"/>
            <a:ext cx="9715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6" name="fig2-curated-series-1-1">
            <a:extLst xmlns:a="http://schemas.openxmlformats.org/drawingml/2006/main">
              <a:ext uri="{FF2B5EF4-FFF2-40B4-BE49-F238E27FC236}">
                <a16:creationId xmlns:a16="http://schemas.microsoft.com/office/drawing/2014/main" id="{855D6A53-7995-464E-A6CC-E84FC215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58850" y="2214563"/>
            <a:ext cx="121444" cy="16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07" name="fig2-curated-series-1-2">
            <a:extLst xmlns:a="http://schemas.openxmlformats.org/drawingml/2006/main">
              <a:ext uri="{FF2B5EF4-FFF2-40B4-BE49-F238E27FC236}">
                <a16:creationId xmlns:a16="http://schemas.microsoft.com/office/drawing/2014/main" id="{37E9C2AB-C95F-412A-9565-A127FB83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80294" y="2195513"/>
            <a:ext cx="121444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08" name="fig2-curated-series-1-3">
            <a:extLst xmlns:a="http://schemas.openxmlformats.org/drawingml/2006/main">
              <a:ext uri="{FF2B5EF4-FFF2-40B4-BE49-F238E27FC236}">
                <a16:creationId xmlns:a16="http://schemas.microsoft.com/office/drawing/2014/main" id="{9CA43694-2A9D-4A30-A800-32144417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901738" y="2195513"/>
            <a:ext cx="12144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09" name="fig2-curated-series-1-4">
            <a:extLst xmlns:a="http://schemas.openxmlformats.org/drawingml/2006/main">
              <a:ext uri="{FF2B5EF4-FFF2-40B4-BE49-F238E27FC236}">
                <a16:creationId xmlns:a16="http://schemas.microsoft.com/office/drawing/2014/main" id="{4734F899-9E99-465E-A978-B0358254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023181" y="2176463"/>
            <a:ext cx="121444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10" name="fig2-curated-series-1-5">
            <a:extLst xmlns:a="http://schemas.openxmlformats.org/drawingml/2006/main">
              <a:ext uri="{FF2B5EF4-FFF2-40B4-BE49-F238E27FC236}">
                <a16:creationId xmlns:a16="http://schemas.microsoft.com/office/drawing/2014/main" id="{59CE0EC2-E16D-435E-8928-A90F0D5A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144625" y="2176463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11" name="fig2-curated-series-1-6">
            <a:extLst xmlns:a="http://schemas.openxmlformats.org/drawingml/2006/main">
              <a:ext uri="{FF2B5EF4-FFF2-40B4-BE49-F238E27FC236}">
                <a16:creationId xmlns:a16="http://schemas.microsoft.com/office/drawing/2014/main" id="{30855AB2-6B1A-4F9F-A7A4-86DE5377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66069" y="2166938"/>
            <a:ext cx="121444" cy="214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12" name="fig2-curated-series-1-7">
            <a:extLst xmlns:a="http://schemas.openxmlformats.org/drawingml/2006/main">
              <a:ext uri="{FF2B5EF4-FFF2-40B4-BE49-F238E27FC236}">
                <a16:creationId xmlns:a16="http://schemas.microsoft.com/office/drawing/2014/main" id="{57382B8F-3B3B-4301-9F7A-BA119C4D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387513" y="2166938"/>
            <a:ext cx="121444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13" name="fig2-curated-series-1-8">
            <a:extLst xmlns:a="http://schemas.openxmlformats.org/drawingml/2006/main">
              <a:ext uri="{FF2B5EF4-FFF2-40B4-BE49-F238E27FC236}">
                <a16:creationId xmlns:a16="http://schemas.microsoft.com/office/drawing/2014/main" id="{E4A0E909-EC58-42F9-A4D7-A9248868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508956" y="2157413"/>
            <a:ext cx="121444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14" name="fig2-curated-series-2-axis">
            <a:extLst xmlns:a="http://schemas.openxmlformats.org/drawingml/2006/main">
              <a:ext uri="{FF2B5EF4-FFF2-40B4-BE49-F238E27FC236}">
                <a16:creationId xmlns:a16="http://schemas.microsoft.com/office/drawing/2014/main" id="{F665F7F3-39F9-46E0-B247-A5BBA21E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658850" y="2619375"/>
            <a:ext cx="9715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5" name="fig2-curated-series-2-1">
            <a:extLst xmlns:a="http://schemas.openxmlformats.org/drawingml/2006/main">
              <a:ext uri="{FF2B5EF4-FFF2-40B4-BE49-F238E27FC236}">
                <a16:creationId xmlns:a16="http://schemas.microsoft.com/office/drawing/2014/main" id="{34D014EA-EA12-4461-BF9D-1CE19355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58850" y="2540794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16" name="fig2-curated-series-2-2">
            <a:extLst xmlns:a="http://schemas.openxmlformats.org/drawingml/2006/main">
              <a:ext uri="{FF2B5EF4-FFF2-40B4-BE49-F238E27FC236}">
                <a16:creationId xmlns:a16="http://schemas.microsoft.com/office/drawing/2014/main" id="{2028F7B0-3BB0-4FCC-AD8F-8031F4B3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80294" y="2528888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17" name="fig2-curated-series-2-3">
            <a:extLst xmlns:a="http://schemas.openxmlformats.org/drawingml/2006/main">
              <a:ext uri="{FF2B5EF4-FFF2-40B4-BE49-F238E27FC236}">
                <a16:creationId xmlns:a16="http://schemas.microsoft.com/office/drawing/2014/main" id="{FD67B231-AFA6-4279-9B91-3A3CF55E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901738" y="2514600"/>
            <a:ext cx="121444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18" name="fig2-curated-series-2-4">
            <a:extLst xmlns:a="http://schemas.openxmlformats.org/drawingml/2006/main">
              <a:ext uri="{FF2B5EF4-FFF2-40B4-BE49-F238E27FC236}">
                <a16:creationId xmlns:a16="http://schemas.microsoft.com/office/drawing/2014/main" id="{EECBF3CF-82EC-40AD-A832-5CA122E3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23181" y="2514600"/>
            <a:ext cx="121444" cy="71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19" name="fig2-curated-series-2-5">
            <a:extLst xmlns:a="http://schemas.openxmlformats.org/drawingml/2006/main">
              <a:ext uri="{FF2B5EF4-FFF2-40B4-BE49-F238E27FC236}">
                <a16:creationId xmlns:a16="http://schemas.microsoft.com/office/drawing/2014/main" id="{1BD12B7B-3721-4AAF-9B10-B1597045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144625" y="2509838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20" name="fig2-curated-series-2-6">
            <a:extLst xmlns:a="http://schemas.openxmlformats.org/drawingml/2006/main">
              <a:ext uri="{FF2B5EF4-FFF2-40B4-BE49-F238E27FC236}">
                <a16:creationId xmlns:a16="http://schemas.microsoft.com/office/drawing/2014/main" id="{1DDE0CBE-6A55-4472-8FE3-B713268B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66069" y="2500313"/>
            <a:ext cx="12144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21" name="fig2-curated-series-2-7">
            <a:extLst xmlns:a="http://schemas.openxmlformats.org/drawingml/2006/main">
              <a:ext uri="{FF2B5EF4-FFF2-40B4-BE49-F238E27FC236}">
                <a16:creationId xmlns:a16="http://schemas.microsoft.com/office/drawing/2014/main" id="{EF59258D-93B6-4246-923D-F30FC1D1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387513" y="2483644"/>
            <a:ext cx="121444" cy="16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22" name="fig2-curated-series-2-8">
            <a:extLst xmlns:a="http://schemas.openxmlformats.org/drawingml/2006/main">
              <a:ext uri="{FF2B5EF4-FFF2-40B4-BE49-F238E27FC236}">
                <a16:creationId xmlns:a16="http://schemas.microsoft.com/office/drawing/2014/main" id="{7C1B19DA-41EA-4F65-9DD2-D76D2820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508956" y="2483644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23" name="fig2-curated-series-3-axis">
            <a:extLst xmlns:a="http://schemas.openxmlformats.org/drawingml/2006/main">
              <a:ext uri="{FF2B5EF4-FFF2-40B4-BE49-F238E27FC236}">
                <a16:creationId xmlns:a16="http://schemas.microsoft.com/office/drawing/2014/main" id="{E801B47D-BAA9-41D4-ADCA-CC76B711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658850" y="2924175"/>
            <a:ext cx="9715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24" name="fig2-curated-series-3-1">
            <a:extLst xmlns:a="http://schemas.openxmlformats.org/drawingml/2006/main">
              <a:ext uri="{FF2B5EF4-FFF2-40B4-BE49-F238E27FC236}">
                <a16:creationId xmlns:a16="http://schemas.microsoft.com/office/drawing/2014/main" id="{23EB7149-79A5-48A1-B7F5-FBC2F046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658850" y="2800350"/>
            <a:ext cx="121444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5" name="fig2-curated-series-3-2">
            <a:extLst xmlns:a="http://schemas.openxmlformats.org/drawingml/2006/main">
              <a:ext uri="{FF2B5EF4-FFF2-40B4-BE49-F238E27FC236}">
                <a16:creationId xmlns:a16="http://schemas.microsoft.com/office/drawing/2014/main" id="{2DDF150C-F8D2-43A7-BA26-678CEBE7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80294" y="2793206"/>
            <a:ext cx="121444" cy="214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6" name="fig2-curated-series-3-3">
            <a:extLst xmlns:a="http://schemas.openxmlformats.org/drawingml/2006/main">
              <a:ext uri="{FF2B5EF4-FFF2-40B4-BE49-F238E27FC236}">
                <a16:creationId xmlns:a16="http://schemas.microsoft.com/office/drawing/2014/main" id="{D3B8C357-ED9A-4803-8717-8DEC0906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901738" y="2781300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7" name="fig2-curated-series-3-4">
            <a:extLst xmlns:a="http://schemas.openxmlformats.org/drawingml/2006/main">
              <a:ext uri="{FF2B5EF4-FFF2-40B4-BE49-F238E27FC236}">
                <a16:creationId xmlns:a16="http://schemas.microsoft.com/office/drawing/2014/main" id="{B0D1F40F-CDF7-4E9E-8C40-73B3C116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23181" y="2781300"/>
            <a:ext cx="121444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8" name="fig2-curated-series-3-5">
            <a:extLst xmlns:a="http://schemas.openxmlformats.org/drawingml/2006/main">
              <a:ext uri="{FF2B5EF4-FFF2-40B4-BE49-F238E27FC236}">
                <a16:creationId xmlns:a16="http://schemas.microsoft.com/office/drawing/2014/main" id="{5F941E00-2B86-46FB-825C-C29FE1A4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144625" y="2774156"/>
            <a:ext cx="121444" cy="214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9" name="fig2-curated-series-3-6">
            <a:extLst xmlns:a="http://schemas.openxmlformats.org/drawingml/2006/main">
              <a:ext uri="{FF2B5EF4-FFF2-40B4-BE49-F238E27FC236}">
                <a16:creationId xmlns:a16="http://schemas.microsoft.com/office/drawing/2014/main" id="{1D80B6BA-8A5B-4E7F-9675-DF73C1A4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266069" y="2774156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0" name="fig2-curated-series-3-7">
            <a:extLst xmlns:a="http://schemas.openxmlformats.org/drawingml/2006/main">
              <a:ext uri="{FF2B5EF4-FFF2-40B4-BE49-F238E27FC236}">
                <a16:creationId xmlns:a16="http://schemas.microsoft.com/office/drawing/2014/main" id="{921010B4-CD89-4EF5-A6AF-E0730B5D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387513" y="2762250"/>
            <a:ext cx="121444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1" name="fig2-curated-series-3-8">
            <a:extLst xmlns:a="http://schemas.openxmlformats.org/drawingml/2006/main">
              <a:ext uri="{FF2B5EF4-FFF2-40B4-BE49-F238E27FC236}">
                <a16:creationId xmlns:a16="http://schemas.microsoft.com/office/drawing/2014/main" id="{F92F187D-682A-419D-90D7-5309ADC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508956" y="2762250"/>
            <a:ext cx="121444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2" name="fig2-output-protect">
            <a:extLst xmlns:a="http://schemas.openxmlformats.org/drawingml/2006/main">
              <a:ext uri="{FF2B5EF4-FFF2-40B4-BE49-F238E27FC236}">
                <a16:creationId xmlns:a16="http://schemas.microsoft.com/office/drawing/2014/main" id="{2D937A34-837C-4DCE-AF96-ED9B5CE1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2385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保留真实极值</a:t>
            </a:r>
          </a:p>
        </p:txBody>
      </p:sp>
      <p:sp>
        <p:nvSpPr>
          <p:cNvPr id="133" name="fig2-trace-output">
            <a:extLst xmlns:a="http://schemas.openxmlformats.org/drawingml/2006/main">
              <a:ext uri="{FF2B5EF4-FFF2-40B4-BE49-F238E27FC236}">
                <a16:creationId xmlns:a16="http://schemas.microsoft.com/office/drawing/2014/main" id="{62C311B3-3528-4B65-BAC1-5667C56C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360045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治理轨迹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可审计 · 可重放</a:t>
            </a:r>
          </a:p>
        </p:txBody>
      </p:sp>
      <p:sp>
        <p:nvSpPr>
          <p:cNvPr id="134" name="fig2-tag-reversible">
            <a:extLst xmlns:a="http://schemas.openxmlformats.org/drawingml/2006/main">
              <a:ext uri="{FF2B5EF4-FFF2-40B4-BE49-F238E27FC236}">
                <a16:creationId xmlns:a16="http://schemas.microsoft.com/office/drawing/2014/main" id="{A1F016DE-0534-4A01-97CE-541A04FE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4767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可回滚</a:t>
            </a:r>
          </a:p>
        </p:txBody>
      </p:sp>
      <p:sp>
        <p:nvSpPr>
          <p:cNvPr id="135" name="fig2-tag-structure">
            <a:extLst xmlns:a="http://schemas.openxmlformats.org/drawingml/2006/main">
              <a:ext uri="{FF2B5EF4-FFF2-40B4-BE49-F238E27FC236}">
                <a16:creationId xmlns:a16="http://schemas.microsoft.com/office/drawing/2014/main" id="{FA886342-9A1B-44E1-A812-24BE77C8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7815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结构保持</a:t>
            </a:r>
          </a:p>
        </p:txBody>
      </p:sp>
      <p:sp>
        <p:nvSpPr>
          <p:cNvPr id="136" name="fig2-feedback-return-start">
            <a:extLst xmlns:a="http://schemas.openxmlformats.org/drawingml/2006/main">
              <a:ext uri="{FF2B5EF4-FFF2-40B4-BE49-F238E27FC236}">
                <a16:creationId xmlns:a16="http://schemas.microsoft.com/office/drawing/2014/main" id="{15B9AF84-3A4F-463A-BD95-5B63A99F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4A8"/>
          </a:solidFill>
          <a:ln xmlns:a="http://schemas.openxmlformats.org/drawingml/2006/main" w="4763">
            <a:solidFill>
              <a:srgbClr val="7464A8"/>
            </a:solidFill>
            <a:prstDash val="solid"/>
          </a:ln>
        </p:spPr>
      </p:sp>
      <p:sp>
        <p:nvSpPr>
          <p:cNvPr id="137" name="fig2-feedback-return-end">
            <a:extLst xmlns:a="http://schemas.openxmlformats.org/drawingml/2006/main">
              <a:ext uri="{FF2B5EF4-FFF2-40B4-BE49-F238E27FC236}">
                <a16:creationId xmlns:a16="http://schemas.microsoft.com/office/drawing/2014/main" id="{82788AA0-5F17-4AF5-9826-2F1F117C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314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4A8"/>
          </a:solidFill>
          <a:ln xmlns:a="http://schemas.openxmlformats.org/drawingml/2006/main" w="4763">
            <a:solidFill>
              <a:srgbClr val="7464A8"/>
            </a:solidFill>
            <a:prstDash val="solid"/>
          </a:ln>
        </p:spPr>
      </p:sp>
      <p:cxnSp>
        <p:nvCxnSpPr>
          <p:cNvPr id="292" name="fig2-feedback-return-down"/>
          <p:cNvCxnSpPr>
            <a:stCxn xmlns:a="http://schemas.openxmlformats.org/drawingml/2006/main" id="99" idx="2"/>
            <a:endCxn xmlns:a="http://schemas.openxmlformats.org/drawingml/2006/main" id="136" idx="0"/>
          </p:cNvCxnSpPr>
          <p:nvPr/>
        </p:nvCxnSpPr>
        <p:spPr>
          <a:xfrm xmlns:a="http://schemas.openxmlformats.org/drawingml/2006/main">
            <a:off x="12201525" y="48006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7464A8"/>
            </a:solidFill>
            <a:prstDash val="dash"/>
            <a:miter/>
            <a:tailEnd type="none" w="med" len="med"/>
          </a:ln>
        </p:spPr>
      </p:cxnSp>
      <p:cxnSp>
        <p:nvCxnSpPr>
          <p:cNvPr id="293" name="fig2-feedback-return-left"/>
          <p:cNvCxnSpPr>
            <a:stCxn xmlns:a="http://schemas.openxmlformats.org/drawingml/2006/main" id="136" idx="1"/>
            <a:endCxn xmlns:a="http://schemas.openxmlformats.org/drawingml/2006/main" id="137" idx="3"/>
          </p:cNvCxnSpPr>
          <p:nvPr/>
        </p:nvCxnSpPr>
        <p:spPr>
          <a:xfrm xmlns:a="http://schemas.openxmlformats.org/drawingml/2006/main" flipH="1">
            <a:off x="6372225" y="5343525"/>
            <a:ext cx="58007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7464A8"/>
            </a:solidFill>
            <a:prstDash val="dash"/>
            <a:miter/>
            <a:tailEnd type="none" w="med" len="med"/>
          </a:ln>
        </p:spPr>
      </p:cxnSp>
      <p:cxnSp>
        <p:nvCxnSpPr>
          <p:cNvPr id="294" name="fig2-feedback-return-up"/>
          <p:cNvCxnSpPr>
            <a:stCxn xmlns:a="http://schemas.openxmlformats.org/drawingml/2006/main" id="137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6343650" y="50863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7464A8"/>
            </a:solidFill>
            <a:prstDash val="dash"/>
            <a:miter/>
            <a:tailEnd type="triangle" w="sm" len="sm"/>
          </a:ln>
        </p:spPr>
      </p:cxnSp>
      <p:sp>
        <p:nvSpPr>
          <p:cNvPr id="141" name="fig2-feedback-label">
            <a:extLst xmlns:a="http://schemas.openxmlformats.org/drawingml/2006/main">
              <a:ext uri="{FF2B5EF4-FFF2-40B4-BE49-F238E27FC236}">
                <a16:creationId xmlns:a16="http://schemas.microsoft.com/office/drawing/2014/main" id="{794F2A7D-1C67-498C-9DAD-7AA4E0CC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197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7464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464A8"/>
                </a:solidFill>
                <a:latin typeface="Microsoft YaHei"/>
                <a:ea typeface="Microsoft YaHei"/>
                <a:cs typeface="Microsoft YaHei"/>
              </a:rPr>
              <a:t>反馈：驱动下一轮候选动作选择</a:t>
            </a:r>
          </a:p>
        </p:txBody>
      </p:sp>
      <p:sp>
        <p:nvSpPr>
          <p:cNvPr id="142" name="fig2-band-observe">
            <a:extLst xmlns:a="http://schemas.openxmlformats.org/drawingml/2006/main">
              <a:ext uri="{FF2B5EF4-FFF2-40B4-BE49-F238E27FC236}">
                <a16:creationId xmlns:a16="http://schemas.microsoft.com/office/drawing/2014/main" id="{19099448-A8D6-448B-BCF8-FAA27283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6578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43" name="fig2-band-evidence">
            <a:extLst xmlns:a="http://schemas.openxmlformats.org/drawingml/2006/main">
              <a:ext uri="{FF2B5EF4-FFF2-40B4-BE49-F238E27FC236}">
                <a16:creationId xmlns:a16="http://schemas.microsoft.com/office/drawing/2014/main" id="{76EE4807-ACBC-434D-8020-60953A61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578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6"/>
          </a:solidFill>
          <a:ln xmlns:a="http://schemas.openxmlformats.org/drawingml/2006/main" w="9525">
            <a:solidFill>
              <a:srgbClr val="278C86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证据获取</a:t>
            </a:r>
          </a:p>
        </p:txBody>
      </p:sp>
      <p:sp>
        <p:nvSpPr>
          <p:cNvPr id="144" name="fig2-band-trial">
            <a:extLst xmlns:a="http://schemas.openxmlformats.org/drawingml/2006/main">
              <a:ext uri="{FF2B5EF4-FFF2-40B4-BE49-F238E27FC236}">
                <a16:creationId xmlns:a16="http://schemas.microsoft.com/office/drawing/2014/main" id="{2407A797-EA8E-435D-829F-6330FBAD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578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5"/>
          </a:solidFill>
          <a:ln xmlns:a="http://schemas.openxmlformats.org/drawingml/2006/main" w="9525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副本试执行</a:t>
            </a:r>
          </a:p>
        </p:txBody>
      </p:sp>
      <p:sp>
        <p:nvSpPr>
          <p:cNvPr id="145" name="fig2-band-decide">
            <a:extLst xmlns:a="http://schemas.openxmlformats.org/drawingml/2006/main">
              <a:ext uri="{FF2B5EF4-FFF2-40B4-BE49-F238E27FC236}">
                <a16:creationId xmlns:a16="http://schemas.microsoft.com/office/drawing/2014/main" id="{2AF4F043-2877-4551-A028-076AC702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578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35C"/>
          </a:solidFill>
          <a:ln xmlns:a="http://schemas.openxmlformats.org/drawingml/2006/main" w="9525">
            <a:solidFill>
              <a:srgbClr val="D9635C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合取验收</a:t>
            </a:r>
          </a:p>
        </p:txBody>
      </p:sp>
      <p:sp>
        <p:nvSpPr>
          <p:cNvPr id="146" name="fig2-band-learn">
            <a:extLst xmlns:a="http://schemas.openxmlformats.org/drawingml/2006/main">
              <a:ext uri="{FF2B5EF4-FFF2-40B4-BE49-F238E27FC236}">
                <a16:creationId xmlns:a16="http://schemas.microsoft.com/office/drawing/2014/main" id="{9D813ED4-3904-40C8-9A86-F09AB1BB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578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4A8"/>
          </a:solidFill>
          <a:ln xmlns:a="http://schemas.openxmlformats.org/drawingml/2006/main" w="9525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147" name="fig2-band-output">
            <a:extLst xmlns:a="http://schemas.openxmlformats.org/drawingml/2006/main">
              <a:ext uri="{FF2B5EF4-FFF2-40B4-BE49-F238E27FC236}">
                <a16:creationId xmlns:a16="http://schemas.microsoft.com/office/drawing/2014/main" id="{B3B0C570-2E64-4A2E-AAD7-84185EE7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6578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57"/>
          </a:solidFill>
          <a:ln xmlns:a="http://schemas.openxmlformats.org/drawingml/2006/main" w="9525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治理输出</a:t>
            </a:r>
          </a:p>
        </p:txBody>
      </p:sp>
      <p:cxnSp>
        <p:nvCxnSpPr>
          <p:cNvPr id="302" name="fig2-band-link-1"/>
          <p:cNvCxnSpPr>
            <a:stCxn xmlns:a="http://schemas.openxmlformats.org/drawingml/2006/main" id="142" idx="3"/>
            <a:endCxn xmlns:a="http://schemas.openxmlformats.org/drawingml/2006/main" id="143" idx="1"/>
          </p:cNvCxnSpPr>
          <p:nvPr/>
        </p:nvCxnSpPr>
        <p:spPr>
          <a:xfrm xmlns:a="http://schemas.openxmlformats.org/drawingml/2006/main">
            <a:off x="2057400" y="58483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303" name="fig2-band-link-2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4724400" y="58483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304" name="fig2-band-link-3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7677150" y="58483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305" name="fig2-band-link-4"/>
          <p:cNvCxnSpPr>
            <a:stCxn xmlns:a="http://schemas.openxmlformats.org/drawingml/2006/main" id="145" idx="3"/>
            <a:endCxn xmlns:a="http://schemas.openxmlformats.org/drawingml/2006/main" id="146" idx="1"/>
          </p:cNvCxnSpPr>
          <p:nvPr/>
        </p:nvCxnSpPr>
        <p:spPr>
          <a:xfrm xmlns:a="http://schemas.openxmlformats.org/drawingml/2006/main">
            <a:off x="11010900" y="58483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306" name="fig2-band-link-5"/>
          <p:cNvCxnSpPr>
            <a:stCxn xmlns:a="http://schemas.openxmlformats.org/drawingml/2006/main" id="146" idx="3"/>
            <a:endCxn xmlns:a="http://schemas.openxmlformats.org/drawingml/2006/main" id="147" idx="1"/>
          </p:cNvCxnSpPr>
          <p:nvPr/>
        </p:nvCxnSpPr>
        <p:spPr>
          <a:xfrm xmlns:a="http://schemas.openxmlformats.org/drawingml/2006/main">
            <a:off x="13106400" y="58483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sp>
        <p:nvSpPr>
          <p:cNvPr id="153" name="fig2-audit-bus">
            <a:extLst xmlns:a="http://schemas.openxmlformats.org/drawingml/2006/main">
              <a:ext uri="{FF2B5EF4-FFF2-40B4-BE49-F238E27FC236}">
                <a16:creationId xmlns:a16="http://schemas.microsoft.com/office/drawing/2014/main" id="{DAEFA51A-92D2-486D-88FC-74C82E4F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29350"/>
            <a:ext cx="1455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6E7C8F"/>
            </a:solidFill>
            <a:prstDash val="solid"/>
          </a:ln>
        </p:spPr>
      </p:sp>
      <p:sp>
        <p:nvSpPr>
          <p:cNvPr id="154" name="fig2-audit-text">
            <a:extLst xmlns:a="http://schemas.openxmlformats.org/drawingml/2006/main">
              <a:ext uri="{FF2B5EF4-FFF2-40B4-BE49-F238E27FC236}">
                <a16:creationId xmlns:a16="http://schemas.microsoft.com/office/drawing/2014/main" id="{AB94D545-BBD2-4981-8C0F-A7D4C012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417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>
                <a:solidFill>
                  <a:srgbClr val="172033"/>
                </a:solidFill>
              </a:defRPr>
            </a:pPr>
            <a:r>
              <a:rPr sz="1125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可重放治理轨迹：</a:t>
            </a:r>
            <a:r>
              <a:rPr sz="1125" b="0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状态  |  动作  |  参数  |  前后证据  |  判定  |  奖励/代价  |  拒绝原因</a:t>
            </a:r>
          </a:p>
        </p:txBody>
      </p:sp>
    </p:spTree>
    <p:extLst>
      <p:ext uri="{BB962C8B-B14F-4D97-AF65-F5344CB8AC3E}">
        <p14:creationId xmlns:p14="http://schemas.microsoft.com/office/powerpoint/2010/main" val="209190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2026-08-21T08:34:33.9740000Z</dcterms:created>
  <dcterms:modified xsi:type="dcterms:W3CDTF">2026-08-21T08:34:33.9740000Z</dcterms:modified>
</coreProperties>
</file>