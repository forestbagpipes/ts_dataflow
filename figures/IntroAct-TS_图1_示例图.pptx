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a6e5fea47442e" /><Relationship Type="http://schemas.openxmlformats.org/officeDocument/2006/relationships/extended-properties" Target="/docProps/app.xml" Id="R3d91d4e684484d1d" /><Relationship Type="http://schemas.openxmlformats.org/officeDocument/2006/relationships/officeDocument" Target="/ppt/presentation.xml" Id="Rba7d8a42f5014f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b971b31ed448b2"/>
  </p:sldMasterIdLst>
  <p:notesMasterIdLst>
    <p:notesMasterId xmlns:r="http://schemas.openxmlformats.org/officeDocument/2006/relationships" r:id="R027fc7748f6a4e52"/>
  </p:notesMasterIdLst>
  <p:sldIdLst>
    <p:sldId xmlns:r="http://schemas.openxmlformats.org/officeDocument/2006/relationships" id="256" r:id="Rb3db9e6f400f47f6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5922a1f4f4f77" /><Relationship Type="http://schemas.openxmlformats.org/officeDocument/2006/relationships/slideMaster" Target="/ppt/slideMasters/slideMaster1.xml" Id="R36b971b31ed448b2" /><Relationship Type="http://schemas.openxmlformats.org/officeDocument/2006/relationships/notesMaster" Target="/ppt/notesMasters/notesMaster1.xml" Id="R027fc7748f6a4e52" /><Relationship Type="http://schemas.openxmlformats.org/officeDocument/2006/relationships/presProps" Target="/ppt/presProps.xml" Id="R59b5dbf2d2bc446a" /><Relationship Type="http://schemas.openxmlformats.org/officeDocument/2006/relationships/tableStyles" Target="/ppt/tableStyles.xml" Id="R85f34c5d53444a45" /><Relationship Type="http://schemas.openxmlformats.org/officeDocument/2006/relationships/slide" Target="/ppt/slides/slide1.xml" Id="Rb3db9e6f400f47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5a26b8838f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40229d09614fc5" /><Relationship Type="http://schemas.openxmlformats.org/officeDocument/2006/relationships/notesMaster" Target="/ppt/notesMasters/notesMaster1.xml" Id="R329ab4a117d7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F:/work/Time-research/work2/paper/01_introduction.zh.md</a:t>
            </a:r>
          </a:p>
          <a:p xmlns:a="http://schemas.openxmlformats.org/drawingml/2006/main">
            <a:r>
              <a:t>- F:/work/Time-research/work2/paper/03_method.zh.md</a:t>
            </a:r>
          </a:p>
          <a:p xmlns:a="http://schemas.openxmlformats.org/drawingml/2006/main">
            <a:r>
              <a:t>- User-supplied reference image: horizontal example-transformation layout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c65cd8b7f4d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13a91fa9794ed7" /><Relationship Type="http://schemas.openxmlformats.org/officeDocument/2006/relationships/slideLayout" Target="/ppt/slideLayouts/slideLayout1.xml" Id="Reb7c676c6ee74e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7c676c6ee74e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1abea219e4f32" /><Relationship Type="http://schemas.openxmlformats.org/officeDocument/2006/relationships/notesSlide" Target="/ppt/notesSlides/notesSlide1.xml" Id="R3be5c6e613c145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fig1-title">
            <a:extLst xmlns:a="http://schemas.openxmlformats.org/drawingml/2006/main">
              <a:ext uri="{FF2B5EF4-FFF2-40B4-BE49-F238E27FC236}">
                <a16:creationId xmlns:a16="http://schemas.microsoft.com/office/drawing/2014/main" id="{AC6218D8-BDD4-4C9C-A593-083818CD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455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图1  </a:t>
            </a:r>
            <a:r>
              <a:rPr sz="2250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同一编辑提升模型效用，却需要相反的治理决策</a:t>
            </a:r>
          </a:p>
        </p:txBody>
      </p:sp>
      <p:sp>
        <p:nvSpPr>
          <p:cNvPr id="2" name="fig1-subtitle">
            <a:extLst xmlns:a="http://schemas.openxmlformats.org/drawingml/2006/main">
              <a:ext uri="{FF2B5EF4-FFF2-40B4-BE49-F238E27FC236}">
                <a16:creationId xmlns:a16="http://schemas.microsoft.com/office/drawing/2014/main" id="{997A36B3-F653-4AA0-A8D4-368A3998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"/>
            <a:ext cx="1455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孤立故障尖峰与真实极端峰值的双信号验收示例</a:t>
            </a:r>
          </a:p>
        </p:txBody>
      </p:sp>
      <p:sp>
        <p:nvSpPr>
          <p:cNvPr id="3" name="fig1-h-input">
            <a:extLst xmlns:a="http://schemas.openxmlformats.org/drawingml/2006/main">
              <a:ext uri="{FF2B5EF4-FFF2-40B4-BE49-F238E27FC236}">
                <a16:creationId xmlns:a16="http://schemas.microsoft.com/office/drawing/2014/main" id="{9AA4A9FC-C565-4604-9950-0F9C2387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相似峰值窗口</a:t>
            </a:r>
          </a:p>
        </p:txBody>
      </p:sp>
      <p:sp>
        <p:nvSpPr>
          <p:cNvPr id="4" name="fig1-h-action">
            <a:extLst xmlns:a="http://schemas.openxmlformats.org/drawingml/2006/main">
              <a:ext uri="{FF2B5EF4-FFF2-40B4-BE49-F238E27FC236}">
                <a16:creationId xmlns:a16="http://schemas.microsoft.com/office/drawing/2014/main" id="{088CF9E9-A2B6-4664-9CB1-E2C3A7EC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049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同一候选动作</a:t>
            </a:r>
          </a:p>
        </p:txBody>
      </p:sp>
      <p:sp>
        <p:nvSpPr>
          <p:cNvPr id="5" name="fig1-h-sandbox">
            <a:extLst xmlns:a="http://schemas.openxmlformats.org/drawingml/2006/main">
              <a:ext uri="{FF2B5EF4-FFF2-40B4-BE49-F238E27FC236}">
                <a16:creationId xmlns:a16="http://schemas.microsoft.com/office/drawing/2014/main" id="{631E3288-15E6-4A94-AB31-47FE3776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049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沙箱副本：编辑前 / 编辑后</a:t>
            </a:r>
          </a:p>
        </p:txBody>
      </p:sp>
      <p:sp>
        <p:nvSpPr>
          <p:cNvPr id="6" name="fig1-h-decision">
            <a:extLst xmlns:a="http://schemas.openxmlformats.org/drawingml/2006/main">
              <a:ext uri="{FF2B5EF4-FFF2-40B4-BE49-F238E27FC236}">
                <a16:creationId xmlns:a16="http://schemas.microsoft.com/office/drawing/2014/main" id="{C1F6B55B-EF6C-4DC8-BDE5-9BB5EAC1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4152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35C"/>
          </a:solidFill>
          <a:ln xmlns:a="http://schemas.openxmlformats.org/drawingml/2006/main" w="9525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双信号验收与治理结果</a:t>
            </a:r>
          </a:p>
        </p:txBody>
      </p:sp>
      <p:sp>
        <p:nvSpPr>
          <p:cNvPr id="7" name="fig1-input-a">
            <a:extLst xmlns:a="http://schemas.openxmlformats.org/drawingml/2006/main">
              <a:ext uri="{FF2B5EF4-FFF2-40B4-BE49-F238E27FC236}">
                <a16:creationId xmlns:a16="http://schemas.microsoft.com/office/drawing/2014/main" id="{5A613460-F968-4C37-A19F-71326F49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764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3335">
            <a:solidFill>
              <a:srgbClr val="2F6FB2"/>
            </a:solidFill>
            <a:prstDash val="solid"/>
          </a:ln>
        </p:spPr>
      </p:sp>
      <p:sp>
        <p:nvSpPr>
          <p:cNvPr id="8" name="fig1-input-a-label">
            <a:extLst xmlns:a="http://schemas.openxmlformats.org/drawingml/2006/main">
              <a:ext uri="{FF2B5EF4-FFF2-40B4-BE49-F238E27FC236}">
                <a16:creationId xmlns:a16="http://schemas.microsoft.com/office/drawing/2014/main" id="{08E1D640-802E-4B23-A6FA-3DE88BA1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rPr>
              <a:t>案例 A｜孤立故障尖峰</a:t>
            </a:r>
          </a:p>
        </p:txBody>
      </p:sp>
      <p:sp>
        <p:nvSpPr>
          <p:cNvPr id="9" name="fig1-input-a-wave-axis">
            <a:extLst xmlns:a="http://schemas.openxmlformats.org/drawingml/2006/main">
              <a:ext uri="{FF2B5EF4-FFF2-40B4-BE49-F238E27FC236}">
                <a16:creationId xmlns:a16="http://schemas.microsoft.com/office/drawing/2014/main" id="{721569E0-DBA5-48F6-93E8-D122A3D1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1500" y="2838450"/>
            <a:ext cx="26860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fig1-input-a-wave-1">
            <a:extLst xmlns:a="http://schemas.openxmlformats.org/drawingml/2006/main">
              <a:ext uri="{FF2B5EF4-FFF2-40B4-BE49-F238E27FC236}">
                <a16:creationId xmlns:a16="http://schemas.microsoft.com/office/drawing/2014/main" id="{13EE6F3C-51D2-4D5E-9EC0-DD300CC0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1500" y="2570988"/>
            <a:ext cx="223838" cy="342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1" name="fig1-input-a-wave-2">
            <a:extLst xmlns:a="http://schemas.openxmlformats.org/drawingml/2006/main">
              <a:ext uri="{FF2B5EF4-FFF2-40B4-BE49-F238E27FC236}">
                <a16:creationId xmlns:a16="http://schemas.microsoft.com/office/drawing/2014/main" id="{FAF5CFE2-CBD4-4F32-9D0D-2293E2A8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5338" y="2522982"/>
            <a:ext cx="223838" cy="48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2" name="fig1-input-a-wave-3">
            <a:extLst xmlns:a="http://schemas.openxmlformats.org/drawingml/2006/main">
              <a:ext uri="{FF2B5EF4-FFF2-40B4-BE49-F238E27FC236}">
                <a16:creationId xmlns:a16="http://schemas.microsoft.com/office/drawing/2014/main" id="{106C3803-76A2-4118-BDF7-42659E45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9175" y="2481834"/>
            <a:ext cx="223838" cy="411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3" name="fig1-input-a-wave-4">
            <a:extLst xmlns:a="http://schemas.openxmlformats.org/drawingml/2006/main">
              <a:ext uri="{FF2B5EF4-FFF2-40B4-BE49-F238E27FC236}">
                <a16:creationId xmlns:a16="http://schemas.microsoft.com/office/drawing/2014/main" id="{0A92D845-12F1-4B96-831E-6DA91BF5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43013" y="2481834"/>
            <a:ext cx="223838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4" name="fig1-input-a-wave-5">
            <a:extLst xmlns:a="http://schemas.openxmlformats.org/drawingml/2006/main">
              <a:ext uri="{FF2B5EF4-FFF2-40B4-BE49-F238E27FC236}">
                <a16:creationId xmlns:a16="http://schemas.microsoft.com/office/drawing/2014/main" id="{6FF8F03A-6A27-4E99-85BA-CAE628D9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66850" y="2447544"/>
            <a:ext cx="223838" cy="54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5" name="fig1-input-a-wave-6">
            <a:extLst xmlns:a="http://schemas.openxmlformats.org/drawingml/2006/main">
              <a:ext uri="{FF2B5EF4-FFF2-40B4-BE49-F238E27FC236}">
                <a16:creationId xmlns:a16="http://schemas.microsoft.com/office/drawing/2014/main" id="{186FC6C4-2F80-4A10-A6C1-E1A29FD6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90688" y="2447544"/>
            <a:ext cx="223838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6" name="fig1-input-a-wave-7">
            <a:extLst xmlns:a="http://schemas.openxmlformats.org/drawingml/2006/main">
              <a:ext uri="{FF2B5EF4-FFF2-40B4-BE49-F238E27FC236}">
                <a16:creationId xmlns:a16="http://schemas.microsoft.com/office/drawing/2014/main" id="{80DE47C8-B882-4E83-A98A-191D3B94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14525" y="2159508"/>
            <a:ext cx="223838" cy="308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7" name="fig1-input-a-wave-8">
            <a:extLst xmlns:a="http://schemas.openxmlformats.org/drawingml/2006/main">
              <a:ext uri="{FF2B5EF4-FFF2-40B4-BE49-F238E27FC236}">
                <a16:creationId xmlns:a16="http://schemas.microsoft.com/office/drawing/2014/main" id="{3AABC47B-8977-4085-A3FF-A09C7DF3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8363" y="2159508"/>
            <a:ext cx="223838" cy="322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8" name="fig1-input-a-wave-9">
            <a:extLst xmlns:a="http://schemas.openxmlformats.org/drawingml/2006/main">
              <a:ext uri="{FF2B5EF4-FFF2-40B4-BE49-F238E27FC236}">
                <a16:creationId xmlns:a16="http://schemas.microsoft.com/office/drawing/2014/main" id="{D5BC0F48-34FA-4DDF-AE22-335E2E3E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62200" y="2440686"/>
            <a:ext cx="223838" cy="411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9" name="fig1-input-a-wave-10">
            <a:extLst xmlns:a="http://schemas.openxmlformats.org/drawingml/2006/main">
              <a:ext uri="{FF2B5EF4-FFF2-40B4-BE49-F238E27FC236}">
                <a16:creationId xmlns:a16="http://schemas.microsoft.com/office/drawing/2014/main" id="{CCD17303-7ECB-45A0-8D40-A7291A8E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86038" y="2440686"/>
            <a:ext cx="223838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20" name="fig1-input-a-wave-11">
            <a:extLst xmlns:a="http://schemas.openxmlformats.org/drawingml/2006/main">
              <a:ext uri="{FF2B5EF4-FFF2-40B4-BE49-F238E27FC236}">
                <a16:creationId xmlns:a16="http://schemas.microsoft.com/office/drawing/2014/main" id="{3E75D020-D4A4-4F7C-8603-CCB4ED0F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09875" y="2406396"/>
            <a:ext cx="223838" cy="54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21" name="fig1-input-a-wave-12">
            <a:extLst xmlns:a="http://schemas.openxmlformats.org/drawingml/2006/main">
              <a:ext uri="{FF2B5EF4-FFF2-40B4-BE49-F238E27FC236}">
                <a16:creationId xmlns:a16="http://schemas.microsoft.com/office/drawing/2014/main" id="{E0132DF5-6E4F-45C5-B2AC-C04DF7BF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33713" y="2406396"/>
            <a:ext cx="223838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22" name="fig1-input-a-note">
            <a:extLst xmlns:a="http://schemas.openxmlformats.org/drawingml/2006/main">
              <a:ext uri="{FF2B5EF4-FFF2-40B4-BE49-F238E27FC236}">
                <a16:creationId xmlns:a16="http://schemas.microsoft.com/office/drawing/2014/main" id="{DE9DF940-8712-4CBE-B2C3-6651A6A0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9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孤立突变，与邻域趋势断开</a:t>
            </a:r>
          </a:p>
        </p:txBody>
      </p:sp>
      <p:sp>
        <p:nvSpPr>
          <p:cNvPr id="23" name="fig1-action-a">
            <a:extLst xmlns:a="http://schemas.openxmlformats.org/drawingml/2006/main">
              <a:ext uri="{FF2B5EF4-FFF2-40B4-BE49-F238E27FC236}">
                <a16:creationId xmlns:a16="http://schemas.microsoft.com/office/drawing/2014/main" id="{16F2B02D-C3E8-42C3-A1A9-12964482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1676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24" name="fig1-action-a-title">
            <a:extLst xmlns:a="http://schemas.openxmlformats.org/drawingml/2006/main">
              <a:ext uri="{FF2B5EF4-FFF2-40B4-BE49-F238E27FC236}">
                <a16:creationId xmlns:a16="http://schemas.microsoft.com/office/drawing/2014/main" id="{0727C1F9-9885-473B-9CF5-B06622B7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去尖峰</a:t>
            </a:r>
          </a:p>
        </p:txBody>
      </p:sp>
      <p:sp>
        <p:nvSpPr>
          <p:cNvPr id="25" name="fig1-action-a-wave-axis">
            <a:extLst xmlns:a="http://schemas.openxmlformats.org/drawingml/2006/main">
              <a:ext uri="{FF2B5EF4-FFF2-40B4-BE49-F238E27FC236}">
                <a16:creationId xmlns:a16="http://schemas.microsoft.com/office/drawing/2014/main" id="{E95EAE91-CB9B-452A-8B37-6BD13B0D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81500" y="2876550"/>
            <a:ext cx="11049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6" name="fig1-action-a-wave-1">
            <a:extLst xmlns:a="http://schemas.openxmlformats.org/drawingml/2006/main">
              <a:ext uri="{FF2B5EF4-FFF2-40B4-BE49-F238E27FC236}">
                <a16:creationId xmlns:a16="http://schemas.microsoft.com/office/drawing/2014/main" id="{919AC7E9-1DCF-43C6-85A7-2222885E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81500" y="2668524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27" name="fig1-action-a-wave-2">
            <a:extLst xmlns:a="http://schemas.openxmlformats.org/drawingml/2006/main">
              <a:ext uri="{FF2B5EF4-FFF2-40B4-BE49-F238E27FC236}">
                <a16:creationId xmlns:a16="http://schemas.microsoft.com/office/drawing/2014/main" id="{0DDE44E7-4FF6-47E9-8980-8DFD6BAF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65650" y="2628900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28" name="fig1-action-a-wave-3">
            <a:extLst xmlns:a="http://schemas.openxmlformats.org/drawingml/2006/main">
              <a:ext uri="{FF2B5EF4-FFF2-40B4-BE49-F238E27FC236}">
                <a16:creationId xmlns:a16="http://schemas.microsoft.com/office/drawing/2014/main" id="{040BD1E3-28BF-46DE-B999-E2861682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9800" y="2628900"/>
            <a:ext cx="184150" cy="247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29" name="fig1-action-a-wave-4">
            <a:extLst xmlns:a="http://schemas.openxmlformats.org/drawingml/2006/main">
              <a:ext uri="{FF2B5EF4-FFF2-40B4-BE49-F238E27FC236}">
                <a16:creationId xmlns:a16="http://schemas.microsoft.com/office/drawing/2014/main" id="{8FD0A786-1E90-40BD-9761-3D267A86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33950" y="2410968"/>
            <a:ext cx="184150" cy="242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30" name="fig1-action-a-wave-5">
            <a:extLst xmlns:a="http://schemas.openxmlformats.org/drawingml/2006/main">
              <a:ext uri="{FF2B5EF4-FFF2-40B4-BE49-F238E27FC236}">
                <a16:creationId xmlns:a16="http://schemas.microsoft.com/office/drawing/2014/main" id="{709FF2D5-A8D2-4002-9586-7C7F8436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18100" y="2410968"/>
            <a:ext cx="184150" cy="227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31" name="fig1-action-a-wave-6">
            <a:extLst xmlns:a="http://schemas.openxmlformats.org/drawingml/2006/main">
              <a:ext uri="{FF2B5EF4-FFF2-40B4-BE49-F238E27FC236}">
                <a16:creationId xmlns:a16="http://schemas.microsoft.com/office/drawing/2014/main" id="{863B9450-52B3-4FE4-A5C9-450E449E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02250" y="2599182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32" name="fig1-action-a-tag">
            <a:extLst xmlns:a="http://schemas.openxmlformats.org/drawingml/2006/main">
              <a:ext uri="{FF2B5EF4-FFF2-40B4-BE49-F238E27FC236}">
                <a16:creationId xmlns:a16="http://schemas.microsoft.com/office/drawing/2014/main" id="{D3382897-F858-474C-B860-6500742B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参数一致</a:t>
            </a:r>
          </a:p>
        </p:txBody>
      </p:sp>
      <p:sp>
        <p:nvSpPr>
          <p:cNvPr id="33" name="fig1-sandbox-a">
            <a:extLst xmlns:a="http://schemas.openxmlformats.org/drawingml/2006/main">
              <a:ext uri="{FF2B5EF4-FFF2-40B4-BE49-F238E27FC236}">
                <a16:creationId xmlns:a16="http://schemas.microsoft.com/office/drawing/2014/main" id="{8E685983-FC2A-4C9E-A1DA-CBA92F27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3714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34" name="fig1-before-a">
            <a:extLst xmlns:a="http://schemas.openxmlformats.org/drawingml/2006/main">
              <a:ext uri="{FF2B5EF4-FFF2-40B4-BE49-F238E27FC236}">
                <a16:creationId xmlns:a16="http://schemas.microsoft.com/office/drawing/2014/main" id="{0E5FDD75-F28D-485F-A688-6D4195A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28800"/>
            <a:ext cx="1657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5" name="fig1-after-a">
            <a:extLst xmlns:a="http://schemas.openxmlformats.org/drawingml/2006/main">
              <a:ext uri="{FF2B5EF4-FFF2-40B4-BE49-F238E27FC236}">
                <a16:creationId xmlns:a16="http://schemas.microsoft.com/office/drawing/2014/main" id="{EE662C6E-D144-43A7-9270-EC4C1A6D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1657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</p:sp>
      <p:sp>
        <p:nvSpPr>
          <p:cNvPr id="36" name="fig1-before-a-label">
            <a:extLst xmlns:a="http://schemas.openxmlformats.org/drawingml/2006/main">
              <a:ext uri="{FF2B5EF4-FFF2-40B4-BE49-F238E27FC236}">
                <a16:creationId xmlns:a16="http://schemas.microsoft.com/office/drawing/2014/main" id="{D8A5CC17-A523-40B1-ACFA-D29040E8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24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7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7C8F"/>
                </a:solidFill>
                <a:latin typeface="Microsoft YaHei"/>
                <a:ea typeface="Microsoft YaHei"/>
                <a:cs typeface="Microsoft YaHei"/>
              </a:rPr>
              <a:t>编辑前</a:t>
            </a:r>
          </a:p>
        </p:txBody>
      </p:sp>
      <p:sp>
        <p:nvSpPr>
          <p:cNvPr id="37" name="fig1-after-a-label">
            <a:extLst xmlns:a="http://schemas.openxmlformats.org/drawingml/2006/main">
              <a:ext uri="{FF2B5EF4-FFF2-40B4-BE49-F238E27FC236}">
                <a16:creationId xmlns:a16="http://schemas.microsoft.com/office/drawing/2014/main" id="{164A1966-17D6-4CE7-B14C-039967B4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编辑后</a:t>
            </a:r>
          </a:p>
        </p:txBody>
      </p:sp>
      <p:sp>
        <p:nvSpPr>
          <p:cNvPr id="38" name="fig1-before-a-wave-axis">
            <a:extLst xmlns:a="http://schemas.openxmlformats.org/drawingml/2006/main">
              <a:ext uri="{FF2B5EF4-FFF2-40B4-BE49-F238E27FC236}">
                <a16:creationId xmlns:a16="http://schemas.microsoft.com/office/drawing/2014/main" id="{64B65358-3532-433A-873C-4215C064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0" y="2952750"/>
            <a:ext cx="13906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9" name="fig1-before-a-wave-1">
            <a:extLst xmlns:a="http://schemas.openxmlformats.org/drawingml/2006/main">
              <a:ext uri="{FF2B5EF4-FFF2-40B4-BE49-F238E27FC236}">
                <a16:creationId xmlns:a16="http://schemas.microsoft.com/office/drawing/2014/main" id="{846BAFB2-6809-4D6E-B2CA-A3096F91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67500" y="2692718"/>
            <a:ext cx="115887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0" name="fig1-before-a-wave-2">
            <a:extLst xmlns:a="http://schemas.openxmlformats.org/drawingml/2006/main">
              <a:ext uri="{FF2B5EF4-FFF2-40B4-BE49-F238E27FC236}">
                <a16:creationId xmlns:a16="http://schemas.microsoft.com/office/drawing/2014/main" id="{E0465A60-13E4-49BA-BFFD-9AB2632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83388" y="2646045"/>
            <a:ext cx="115888" cy="46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1" name="fig1-before-a-wave-3">
            <a:extLst xmlns:a="http://schemas.openxmlformats.org/drawingml/2006/main">
              <a:ext uri="{FF2B5EF4-FFF2-40B4-BE49-F238E27FC236}">
                <a16:creationId xmlns:a16="http://schemas.microsoft.com/office/drawing/2014/main" id="{1885A1B4-79CE-4DC6-A463-74627FCF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99275" y="2606040"/>
            <a:ext cx="115887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2" name="fig1-before-a-wave-4">
            <a:extLst xmlns:a="http://schemas.openxmlformats.org/drawingml/2006/main">
              <a:ext uri="{FF2B5EF4-FFF2-40B4-BE49-F238E27FC236}">
                <a16:creationId xmlns:a16="http://schemas.microsoft.com/office/drawing/2014/main" id="{A6E20E82-495C-4B0A-9EA1-6D7624B9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5163" y="2606040"/>
            <a:ext cx="115887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3" name="fig1-before-a-wave-5">
            <a:extLst xmlns:a="http://schemas.openxmlformats.org/drawingml/2006/main">
              <a:ext uri="{FF2B5EF4-FFF2-40B4-BE49-F238E27FC236}">
                <a16:creationId xmlns:a16="http://schemas.microsoft.com/office/drawing/2014/main" id="{67BE2A87-E6D7-4098-856B-F2B890AA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31050" y="2572703"/>
            <a:ext cx="115888" cy="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4" name="fig1-before-a-wave-6">
            <a:extLst xmlns:a="http://schemas.openxmlformats.org/drawingml/2006/main">
              <a:ext uri="{FF2B5EF4-FFF2-40B4-BE49-F238E27FC236}">
                <a16:creationId xmlns:a16="http://schemas.microsoft.com/office/drawing/2014/main" id="{C2ACD513-8CB2-4A53-9687-78134C4E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246938" y="2572703"/>
            <a:ext cx="115887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5" name="fig1-before-a-wave-7">
            <a:extLst xmlns:a="http://schemas.openxmlformats.org/drawingml/2006/main">
              <a:ext uri="{FF2B5EF4-FFF2-40B4-BE49-F238E27FC236}">
                <a16:creationId xmlns:a16="http://schemas.microsoft.com/office/drawing/2014/main" id="{0E00E31C-8388-4E26-8D65-6403663F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62825" y="2292668"/>
            <a:ext cx="115887" cy="30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6" name="fig1-before-a-wave-8">
            <a:extLst xmlns:a="http://schemas.openxmlformats.org/drawingml/2006/main">
              <a:ext uri="{FF2B5EF4-FFF2-40B4-BE49-F238E27FC236}">
                <a16:creationId xmlns:a16="http://schemas.microsoft.com/office/drawing/2014/main" id="{C00DA08A-A43B-4C14-BC8F-70BF2D76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78713" y="2292668"/>
            <a:ext cx="115888" cy="3133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7" name="fig1-before-a-wave-9">
            <a:extLst xmlns:a="http://schemas.openxmlformats.org/drawingml/2006/main">
              <a:ext uri="{FF2B5EF4-FFF2-40B4-BE49-F238E27FC236}">
                <a16:creationId xmlns:a16="http://schemas.microsoft.com/office/drawing/2014/main" id="{23FB5DEC-0115-4AD4-9CFE-3480E67A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94600" y="2566035"/>
            <a:ext cx="115887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8" name="fig1-before-a-wave-10">
            <a:extLst xmlns:a="http://schemas.openxmlformats.org/drawingml/2006/main">
              <a:ext uri="{FF2B5EF4-FFF2-40B4-BE49-F238E27FC236}">
                <a16:creationId xmlns:a16="http://schemas.microsoft.com/office/drawing/2014/main" id="{116EB7C7-B721-443A-9A32-918C2381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0488" y="2566035"/>
            <a:ext cx="115887" cy="20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9" name="fig1-before-a-wave-11">
            <a:extLst xmlns:a="http://schemas.openxmlformats.org/drawingml/2006/main">
              <a:ext uri="{FF2B5EF4-FFF2-40B4-BE49-F238E27FC236}">
                <a16:creationId xmlns:a16="http://schemas.microsoft.com/office/drawing/2014/main" id="{26B8D909-035D-4F81-A79F-116EE813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26375" y="2532698"/>
            <a:ext cx="115887" cy="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50" name="fig1-before-a-wave-12">
            <a:extLst xmlns:a="http://schemas.openxmlformats.org/drawingml/2006/main">
              <a:ext uri="{FF2B5EF4-FFF2-40B4-BE49-F238E27FC236}">
                <a16:creationId xmlns:a16="http://schemas.microsoft.com/office/drawing/2014/main" id="{CACC1F50-3240-4866-88D8-A55C9587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42262" y="2532698"/>
            <a:ext cx="115888" cy="20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51" name="fig1-after-a-wave-axis">
            <a:extLst xmlns:a="http://schemas.openxmlformats.org/drawingml/2006/main">
              <a:ext uri="{FF2B5EF4-FFF2-40B4-BE49-F238E27FC236}">
                <a16:creationId xmlns:a16="http://schemas.microsoft.com/office/drawing/2014/main" id="{849AA76A-BA54-4CC1-B85B-16CDF975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8200" y="2952750"/>
            <a:ext cx="13906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2" name="fig1-after-a-wave-1">
            <a:extLst xmlns:a="http://schemas.openxmlformats.org/drawingml/2006/main">
              <a:ext uri="{FF2B5EF4-FFF2-40B4-BE49-F238E27FC236}">
                <a16:creationId xmlns:a16="http://schemas.microsoft.com/office/drawing/2014/main" id="{FEAD7D5C-6522-4AAD-981F-C3DE43EF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58200" y="2692718"/>
            <a:ext cx="139065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3" name="fig1-after-a-wave-2">
            <a:extLst xmlns:a="http://schemas.openxmlformats.org/drawingml/2006/main">
              <a:ext uri="{FF2B5EF4-FFF2-40B4-BE49-F238E27FC236}">
                <a16:creationId xmlns:a16="http://schemas.microsoft.com/office/drawing/2014/main" id="{E7B7A8C8-66BD-45F6-994C-5C0A0E5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97265" y="2646045"/>
            <a:ext cx="139065" cy="46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4" name="fig1-after-a-wave-3">
            <a:extLst xmlns:a="http://schemas.openxmlformats.org/drawingml/2006/main">
              <a:ext uri="{FF2B5EF4-FFF2-40B4-BE49-F238E27FC236}">
                <a16:creationId xmlns:a16="http://schemas.microsoft.com/office/drawing/2014/main" id="{B7F21DD9-08B4-45C9-9CD9-AC3B8C8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36330" y="2606040"/>
            <a:ext cx="139065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5" name="fig1-after-a-wave-4">
            <a:extLst xmlns:a="http://schemas.openxmlformats.org/drawingml/2006/main">
              <a:ext uri="{FF2B5EF4-FFF2-40B4-BE49-F238E27FC236}">
                <a16:creationId xmlns:a16="http://schemas.microsoft.com/office/drawing/2014/main" id="{39CB08B1-A117-4856-9144-9A6BC5F9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75395" y="2606040"/>
            <a:ext cx="139065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6" name="fig1-after-a-wave-5">
            <a:extLst xmlns:a="http://schemas.openxmlformats.org/drawingml/2006/main">
              <a:ext uri="{FF2B5EF4-FFF2-40B4-BE49-F238E27FC236}">
                <a16:creationId xmlns:a16="http://schemas.microsoft.com/office/drawing/2014/main" id="{6D2ED960-1385-488A-91C9-18B80B7F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14460" y="2572703"/>
            <a:ext cx="139065" cy="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7" name="fig1-after-a-wave-6">
            <a:extLst xmlns:a="http://schemas.openxmlformats.org/drawingml/2006/main">
              <a:ext uri="{FF2B5EF4-FFF2-40B4-BE49-F238E27FC236}">
                <a16:creationId xmlns:a16="http://schemas.microsoft.com/office/drawing/2014/main" id="{3AD91E2A-0FBE-4243-A1EB-965B4B21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53525" y="2572703"/>
            <a:ext cx="139065" cy="13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8" name="fig1-after-a-wave-7">
            <a:extLst xmlns:a="http://schemas.openxmlformats.org/drawingml/2006/main">
              <a:ext uri="{FF2B5EF4-FFF2-40B4-BE49-F238E27FC236}">
                <a16:creationId xmlns:a16="http://schemas.microsoft.com/office/drawing/2014/main" id="{49B7F3D2-FC79-46B7-9325-74CE718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92590" y="2586038"/>
            <a:ext cx="139065" cy="66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9" name="fig1-after-a-wave-8">
            <a:extLst xmlns:a="http://schemas.openxmlformats.org/drawingml/2006/main">
              <a:ext uri="{FF2B5EF4-FFF2-40B4-BE49-F238E27FC236}">
                <a16:creationId xmlns:a16="http://schemas.microsoft.com/office/drawing/2014/main" id="{95781D08-DBE7-4245-9619-A6DE9B13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31655" y="2566035"/>
            <a:ext cx="139065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60" name="fig1-after-a-wave-9">
            <a:extLst xmlns:a="http://schemas.openxmlformats.org/drawingml/2006/main">
              <a:ext uri="{FF2B5EF4-FFF2-40B4-BE49-F238E27FC236}">
                <a16:creationId xmlns:a16="http://schemas.microsoft.com/office/drawing/2014/main" id="{6D4201F3-300D-4EB9-B49D-57EFB05D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70720" y="2566035"/>
            <a:ext cx="139065" cy="20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61" name="fig1-after-a-wave-10">
            <a:extLst xmlns:a="http://schemas.openxmlformats.org/drawingml/2006/main">
              <a:ext uri="{FF2B5EF4-FFF2-40B4-BE49-F238E27FC236}">
                <a16:creationId xmlns:a16="http://schemas.microsoft.com/office/drawing/2014/main" id="{F3A46856-5BEC-4245-AC6E-1B1560FD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09785" y="2532698"/>
            <a:ext cx="139065" cy="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62" name="fig1-decision-a">
            <a:extLst xmlns:a="http://schemas.openxmlformats.org/drawingml/2006/main">
              <a:ext uri="{FF2B5EF4-FFF2-40B4-BE49-F238E27FC236}">
                <a16:creationId xmlns:a16="http://schemas.microsoft.com/office/drawing/2014/main" id="{B9045FCB-7154-4796-B0E3-727A4CE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76400"/>
            <a:ext cx="4152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3335">
            <a:solidFill>
              <a:srgbClr val="3E8B57"/>
            </a:solidFill>
            <a:prstDash val="solid"/>
          </a:ln>
        </p:spPr>
      </p:sp>
      <p:sp>
        <p:nvSpPr>
          <p:cNvPr id="63" name="fig1-utility-a">
            <a:extLst xmlns:a="http://schemas.openxmlformats.org/drawingml/2006/main">
              <a:ext uri="{FF2B5EF4-FFF2-40B4-BE49-F238E27FC236}">
                <a16:creationId xmlns:a16="http://schemas.microsoft.com/office/drawing/2014/main" id="{56AC1C20-8598-4CEB-9637-8C58C1D0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84785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模型效用：提升</a:t>
            </a:r>
          </a:p>
        </p:txBody>
      </p:sp>
      <p:sp>
        <p:nvSpPr>
          <p:cNvPr id="64" name="fig1-distortion-a">
            <a:extLst xmlns:a="http://schemas.openxmlformats.org/drawingml/2006/main">
              <a:ext uri="{FF2B5EF4-FFF2-40B4-BE49-F238E27FC236}">
                <a16:creationId xmlns:a16="http://schemas.microsoft.com/office/drawing/2014/main" id="{3461D1F5-867E-4EA6-AA49-FF871D91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184785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结构失真：低</a:t>
            </a:r>
          </a:p>
        </p:txBody>
      </p:sp>
      <p:sp>
        <p:nvSpPr>
          <p:cNvPr id="65" name="fig1-condition-a">
            <a:extLst xmlns:a="http://schemas.openxmlformats.org/drawingml/2006/main">
              <a:ext uri="{FF2B5EF4-FFF2-40B4-BE49-F238E27FC236}">
                <a16:creationId xmlns:a16="http://schemas.microsoft.com/office/drawing/2014/main" id="{75E075C9-1FBC-4F18-8B18-08C51FE2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3241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>
                <a:solidFill>
                  <a:srgbClr val="172033"/>
                </a:solidFill>
              </a:defRPr>
            </a:pPr>
            <a:r>
              <a:rPr sz="127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效用改善  </a:t>
            </a:r>
            <a:r>
              <a:rPr sz="1275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∧</a:t>
            </a:r>
            <a:r>
              <a:rPr sz="127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 结构保持</a:t>
            </a:r>
          </a:p>
        </p:txBody>
      </p:sp>
      <p:sp>
        <p:nvSpPr>
          <p:cNvPr id="66" name="fig1-result-a">
            <a:extLst xmlns:a="http://schemas.openxmlformats.org/drawingml/2006/main">
              <a:ext uri="{FF2B5EF4-FFF2-40B4-BE49-F238E27FC236}">
                <a16:creationId xmlns:a16="http://schemas.microsoft.com/office/drawing/2014/main" id="{42DE387F-C000-40AF-AEAF-EC40D68F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7432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7"/>
          </a:solidFill>
          <a:ln xmlns:a="http://schemas.openxmlformats.org/drawingml/2006/main" w="9525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提交（</a:t>
            </a: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</a:t>
            </a: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67" name="fig1-result-note-a">
            <a:extLst xmlns:a="http://schemas.openxmlformats.org/drawingml/2006/main">
              <a:ext uri="{FF2B5EF4-FFF2-40B4-BE49-F238E27FC236}">
                <a16:creationId xmlns:a16="http://schemas.microsoft.com/office/drawing/2014/main" id="{24801A3D-8FBE-4A16-AF0A-E5C39964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00400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更新治理语料</a:t>
            </a:r>
          </a:p>
        </p:txBody>
      </p:sp>
      <p:cxnSp>
        <p:nvCxnSpPr>
          <p:cNvPr id="205" name="fig1-input-action-a"/>
          <p:cNvCxnSpPr>
            <a:stCxn xmlns:a="http://schemas.openxmlformats.org/drawingml/2006/main" id="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486150" y="25527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206" name="fig1-action-sandbox-a"/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772150" y="25527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207" name="fig1-sandbox-decision-a"/>
          <p:cNvCxnSpPr>
            <a:stCxn xmlns:a="http://schemas.openxmlformats.org/drawingml/2006/main" id="33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10115550" y="25527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sp>
        <p:nvSpPr>
          <p:cNvPr id="71" name="fig1-input-b">
            <a:extLst xmlns:a="http://schemas.openxmlformats.org/drawingml/2006/main">
              <a:ext uri="{FF2B5EF4-FFF2-40B4-BE49-F238E27FC236}">
                <a16:creationId xmlns:a16="http://schemas.microsoft.com/office/drawing/2014/main" id="{135E4866-86A8-4B62-ABA9-1CD5906E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3855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3335">
            <a:solidFill>
              <a:srgbClr val="2F6FB2"/>
            </a:solidFill>
            <a:prstDash val="solid"/>
          </a:ln>
        </p:spPr>
      </p:sp>
      <p:sp>
        <p:nvSpPr>
          <p:cNvPr id="72" name="fig1-input-b-label">
            <a:extLst xmlns:a="http://schemas.openxmlformats.org/drawingml/2006/main">
              <a:ext uri="{FF2B5EF4-FFF2-40B4-BE49-F238E27FC236}">
                <a16:creationId xmlns:a16="http://schemas.microsoft.com/office/drawing/2014/main" id="{2AD8E70E-2B16-43AE-9A72-C47C5AAE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rPr>
              <a:t>案例 B｜真实极端峰值</a:t>
            </a:r>
          </a:p>
        </p:txBody>
      </p:sp>
      <p:sp>
        <p:nvSpPr>
          <p:cNvPr id="73" name="fig1-input-b-wave-axis">
            <a:extLst xmlns:a="http://schemas.openxmlformats.org/drawingml/2006/main">
              <a:ext uri="{FF2B5EF4-FFF2-40B4-BE49-F238E27FC236}">
                <a16:creationId xmlns:a16="http://schemas.microsoft.com/office/drawing/2014/main" id="{8949ABFC-4174-4B4D-854A-C8E1FC19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1500" y="4800600"/>
            <a:ext cx="26860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4" name="fig1-input-b-wave-1">
            <a:extLst xmlns:a="http://schemas.openxmlformats.org/drawingml/2006/main">
              <a:ext uri="{FF2B5EF4-FFF2-40B4-BE49-F238E27FC236}">
                <a16:creationId xmlns:a16="http://schemas.microsoft.com/office/drawing/2014/main" id="{78E1ADB0-E0D2-4878-8CB8-09224066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1500" y="4567428"/>
            <a:ext cx="223838" cy="2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5" name="fig1-input-b-wave-2">
            <a:extLst xmlns:a="http://schemas.openxmlformats.org/drawingml/2006/main">
              <a:ext uri="{FF2B5EF4-FFF2-40B4-BE49-F238E27FC236}">
                <a16:creationId xmlns:a16="http://schemas.microsoft.com/office/drawing/2014/main" id="{B2AEE2BA-99EC-4498-8EE0-F3E18D13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5338" y="4533138"/>
            <a:ext cx="223838" cy="342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6" name="fig1-input-b-wave-3">
            <a:extLst xmlns:a="http://schemas.openxmlformats.org/drawingml/2006/main">
              <a:ext uri="{FF2B5EF4-FFF2-40B4-BE49-F238E27FC236}">
                <a16:creationId xmlns:a16="http://schemas.microsoft.com/office/drawing/2014/main" id="{7261714F-FDF5-4F60-84EE-67A7CE7E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9175" y="4498848"/>
            <a:ext cx="223838" cy="342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7" name="fig1-input-b-wave-4">
            <a:extLst xmlns:a="http://schemas.openxmlformats.org/drawingml/2006/main">
              <a:ext uri="{FF2B5EF4-FFF2-40B4-BE49-F238E27FC236}">
                <a16:creationId xmlns:a16="http://schemas.microsoft.com/office/drawing/2014/main" id="{CAAD6392-1FA0-459A-AFD4-4F46B91A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3013" y="4437126"/>
            <a:ext cx="223838" cy="61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8" name="fig1-input-b-wave-5">
            <a:extLst xmlns:a="http://schemas.openxmlformats.org/drawingml/2006/main">
              <a:ext uri="{FF2B5EF4-FFF2-40B4-BE49-F238E27FC236}">
                <a16:creationId xmlns:a16="http://schemas.microsoft.com/office/drawing/2014/main" id="{D9E983C4-6E16-4AE1-AC46-CD921750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66850" y="4347972"/>
            <a:ext cx="223838" cy="89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9" name="fig1-input-b-wave-6">
            <a:extLst xmlns:a="http://schemas.openxmlformats.org/drawingml/2006/main">
              <a:ext uri="{FF2B5EF4-FFF2-40B4-BE49-F238E27FC236}">
                <a16:creationId xmlns:a16="http://schemas.microsoft.com/office/drawing/2014/main" id="{A9AADD28-CCB6-4B3E-B90C-B874EA3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90688" y="4231386"/>
            <a:ext cx="223838" cy="1165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0" name="fig1-input-b-wave-7">
            <a:extLst xmlns:a="http://schemas.openxmlformats.org/drawingml/2006/main">
              <a:ext uri="{FF2B5EF4-FFF2-40B4-BE49-F238E27FC236}">
                <a16:creationId xmlns:a16="http://schemas.microsoft.com/office/drawing/2014/main" id="{50589598-D09E-4936-A4E1-6FFE17EA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14525" y="4121658"/>
            <a:ext cx="223838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1" name="fig1-input-b-wave-8">
            <a:extLst xmlns:a="http://schemas.openxmlformats.org/drawingml/2006/main">
              <a:ext uri="{FF2B5EF4-FFF2-40B4-BE49-F238E27FC236}">
                <a16:creationId xmlns:a16="http://schemas.microsoft.com/office/drawing/2014/main" id="{425AD3AB-D8B2-4A7E-8CE8-DA49E841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8363" y="4121658"/>
            <a:ext cx="223838" cy="89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2" name="fig1-input-b-wave-9">
            <a:extLst xmlns:a="http://schemas.openxmlformats.org/drawingml/2006/main">
              <a:ext uri="{FF2B5EF4-FFF2-40B4-BE49-F238E27FC236}">
                <a16:creationId xmlns:a16="http://schemas.microsoft.com/office/drawing/2014/main" id="{5CC24D8F-8894-4F09-A2AD-CDCB4B66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62200" y="4210812"/>
            <a:ext cx="223838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3" name="fig1-input-b-wave-10">
            <a:extLst xmlns:a="http://schemas.openxmlformats.org/drawingml/2006/main">
              <a:ext uri="{FF2B5EF4-FFF2-40B4-BE49-F238E27FC236}">
                <a16:creationId xmlns:a16="http://schemas.microsoft.com/office/drawing/2014/main" id="{61746FC1-6CDF-494A-83CB-3B00D06F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86038" y="4320540"/>
            <a:ext cx="223838" cy="8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4" name="fig1-input-b-wave-11">
            <a:extLst xmlns:a="http://schemas.openxmlformats.org/drawingml/2006/main">
              <a:ext uri="{FF2B5EF4-FFF2-40B4-BE49-F238E27FC236}">
                <a16:creationId xmlns:a16="http://schemas.microsoft.com/office/drawing/2014/main" id="{21A86E10-DD68-4CC9-BA1B-921A6863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09875" y="4402836"/>
            <a:ext cx="223838" cy="48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5" name="fig1-input-b-wave-12">
            <a:extLst xmlns:a="http://schemas.openxmlformats.org/drawingml/2006/main">
              <a:ext uri="{FF2B5EF4-FFF2-40B4-BE49-F238E27FC236}">
                <a16:creationId xmlns:a16="http://schemas.microsoft.com/office/drawing/2014/main" id="{99F43F72-AE2D-4B89-B4DD-36DB998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33713" y="4450842"/>
            <a:ext cx="223838" cy="2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6" name="fig1-input-b-note">
            <a:extLst xmlns:a="http://schemas.openxmlformats.org/drawingml/2006/main">
              <a:ext uri="{FF2B5EF4-FFF2-40B4-BE49-F238E27FC236}">
                <a16:creationId xmlns:a16="http://schemas.microsoft.com/office/drawing/2014/main" id="{5BBEE7B7-4052-4DCC-9AB9-12313AD1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连续上升—回落，稀有但结构真实</a:t>
            </a:r>
          </a:p>
        </p:txBody>
      </p:sp>
      <p:sp>
        <p:nvSpPr>
          <p:cNvPr id="87" name="fig1-action-b">
            <a:extLst xmlns:a="http://schemas.openxmlformats.org/drawingml/2006/main">
              <a:ext uri="{FF2B5EF4-FFF2-40B4-BE49-F238E27FC236}">
                <a16:creationId xmlns:a16="http://schemas.microsoft.com/office/drawing/2014/main" id="{B64B396D-7DA5-4F1E-93D3-DB30F653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676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88" name="fig1-action-b-title">
            <a:extLst xmlns:a="http://schemas.openxmlformats.org/drawingml/2006/main">
              <a:ext uri="{FF2B5EF4-FFF2-40B4-BE49-F238E27FC236}">
                <a16:creationId xmlns:a16="http://schemas.microsoft.com/office/drawing/2014/main" id="{89675954-6893-4B17-9F8C-FE231204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去尖峰</a:t>
            </a:r>
          </a:p>
        </p:txBody>
      </p:sp>
      <p:sp>
        <p:nvSpPr>
          <p:cNvPr id="89" name="fig1-action-b-wave-axis">
            <a:extLst xmlns:a="http://schemas.openxmlformats.org/drawingml/2006/main">
              <a:ext uri="{FF2B5EF4-FFF2-40B4-BE49-F238E27FC236}">
                <a16:creationId xmlns:a16="http://schemas.microsoft.com/office/drawing/2014/main" id="{54547CE7-1635-4DE0-AB0D-05B39F3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81500" y="4838700"/>
            <a:ext cx="11049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0" name="fig1-action-b-wave-1">
            <a:extLst xmlns:a="http://schemas.openxmlformats.org/drawingml/2006/main">
              <a:ext uri="{FF2B5EF4-FFF2-40B4-BE49-F238E27FC236}">
                <a16:creationId xmlns:a16="http://schemas.microsoft.com/office/drawing/2014/main" id="{7C864BAA-2CE7-4BBF-9F6F-9C6C3B04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81500" y="4630674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1" name="fig1-action-b-wave-2">
            <a:extLst xmlns:a="http://schemas.openxmlformats.org/drawingml/2006/main">
              <a:ext uri="{FF2B5EF4-FFF2-40B4-BE49-F238E27FC236}">
                <a16:creationId xmlns:a16="http://schemas.microsoft.com/office/drawing/2014/main" id="{B813DEB1-FEC4-44C6-AFFE-EF373B75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65650" y="4591050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2" name="fig1-action-b-wave-3">
            <a:extLst xmlns:a="http://schemas.openxmlformats.org/drawingml/2006/main">
              <a:ext uri="{FF2B5EF4-FFF2-40B4-BE49-F238E27FC236}">
                <a16:creationId xmlns:a16="http://schemas.microsoft.com/office/drawing/2014/main" id="{47466F12-31B8-45A7-AE42-8792E5CB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9800" y="4591050"/>
            <a:ext cx="184150" cy="247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3" name="fig1-action-b-wave-4">
            <a:extLst xmlns:a="http://schemas.openxmlformats.org/drawingml/2006/main">
              <a:ext uri="{FF2B5EF4-FFF2-40B4-BE49-F238E27FC236}">
                <a16:creationId xmlns:a16="http://schemas.microsoft.com/office/drawing/2014/main" id="{19C07BD7-C55A-487A-8148-0DB2DAE5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33950" y="4373118"/>
            <a:ext cx="184150" cy="242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4" name="fig1-action-b-wave-5">
            <a:extLst xmlns:a="http://schemas.openxmlformats.org/drawingml/2006/main">
              <a:ext uri="{FF2B5EF4-FFF2-40B4-BE49-F238E27FC236}">
                <a16:creationId xmlns:a16="http://schemas.microsoft.com/office/drawing/2014/main" id="{2B0B4FFC-12F8-4998-B321-AB980E6D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18100" y="4373118"/>
            <a:ext cx="184150" cy="227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5" name="fig1-action-b-wave-6">
            <a:extLst xmlns:a="http://schemas.openxmlformats.org/drawingml/2006/main">
              <a:ext uri="{FF2B5EF4-FFF2-40B4-BE49-F238E27FC236}">
                <a16:creationId xmlns:a16="http://schemas.microsoft.com/office/drawing/2014/main" id="{28A3AB28-3C8E-44A3-9421-E7FD3CFA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02250" y="4561332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6" name="fig1-action-b-tag">
            <a:extLst xmlns:a="http://schemas.openxmlformats.org/drawingml/2006/main">
              <a:ext uri="{FF2B5EF4-FFF2-40B4-BE49-F238E27FC236}">
                <a16:creationId xmlns:a16="http://schemas.microsoft.com/office/drawing/2014/main" id="{D665B2DF-332D-4A56-BD33-794AC826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292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参数一致</a:t>
            </a:r>
          </a:p>
        </p:txBody>
      </p:sp>
      <p:sp>
        <p:nvSpPr>
          <p:cNvPr id="97" name="fig1-sandbox-b">
            <a:extLst xmlns:a="http://schemas.openxmlformats.org/drawingml/2006/main">
              <a:ext uri="{FF2B5EF4-FFF2-40B4-BE49-F238E27FC236}">
                <a16:creationId xmlns:a16="http://schemas.microsoft.com/office/drawing/2014/main" id="{6FF94CED-85A0-470E-97B7-0B894BE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3714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98" name="fig1-before-b">
            <a:extLst xmlns:a="http://schemas.openxmlformats.org/drawingml/2006/main">
              <a:ext uri="{FF2B5EF4-FFF2-40B4-BE49-F238E27FC236}">
                <a16:creationId xmlns:a16="http://schemas.microsoft.com/office/drawing/2014/main" id="{2D47B5A0-DD61-447C-96D4-DA15ECF6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1657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9" name="fig1-after-b">
            <a:extLst xmlns:a="http://schemas.openxmlformats.org/drawingml/2006/main">
              <a:ext uri="{FF2B5EF4-FFF2-40B4-BE49-F238E27FC236}">
                <a16:creationId xmlns:a16="http://schemas.microsoft.com/office/drawing/2014/main" id="{7B631DEA-14EB-4333-B432-5FDCD6F6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1657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</p:sp>
      <p:sp>
        <p:nvSpPr>
          <p:cNvPr id="100" name="fig1-before-b-label">
            <a:extLst xmlns:a="http://schemas.openxmlformats.org/drawingml/2006/main">
              <a:ext uri="{FF2B5EF4-FFF2-40B4-BE49-F238E27FC236}">
                <a16:creationId xmlns:a16="http://schemas.microsoft.com/office/drawing/2014/main" id="{20468772-3227-4AA7-8A17-B97945E5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7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7C8F"/>
                </a:solidFill>
                <a:latin typeface="Microsoft YaHei"/>
                <a:ea typeface="Microsoft YaHei"/>
                <a:cs typeface="Microsoft YaHei"/>
              </a:rPr>
              <a:t>编辑前</a:t>
            </a:r>
          </a:p>
        </p:txBody>
      </p:sp>
      <p:sp>
        <p:nvSpPr>
          <p:cNvPr id="101" name="fig1-after-b-label">
            <a:extLst xmlns:a="http://schemas.openxmlformats.org/drawingml/2006/main">
              <a:ext uri="{FF2B5EF4-FFF2-40B4-BE49-F238E27FC236}">
                <a16:creationId xmlns:a16="http://schemas.microsoft.com/office/drawing/2014/main" id="{25995658-79E0-4A2A-8FE2-D70AD754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编辑后</a:t>
            </a:r>
          </a:p>
        </p:txBody>
      </p:sp>
      <p:sp>
        <p:nvSpPr>
          <p:cNvPr id="102" name="fig1-before-b-wave-axis">
            <a:extLst xmlns:a="http://schemas.openxmlformats.org/drawingml/2006/main">
              <a:ext uri="{FF2B5EF4-FFF2-40B4-BE49-F238E27FC236}">
                <a16:creationId xmlns:a16="http://schemas.microsoft.com/office/drawing/2014/main" id="{952A2998-0115-40FE-9302-37234C6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0" y="4914900"/>
            <a:ext cx="13906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3" name="fig1-before-b-wave-1">
            <a:extLst xmlns:a="http://schemas.openxmlformats.org/drawingml/2006/main">
              <a:ext uri="{FF2B5EF4-FFF2-40B4-BE49-F238E27FC236}">
                <a16:creationId xmlns:a16="http://schemas.microsoft.com/office/drawing/2014/main" id="{7E5CB832-3FDE-42F1-BDC0-F4293417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67500" y="4688205"/>
            <a:ext cx="115887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4" name="fig1-before-b-wave-2">
            <a:extLst xmlns:a="http://schemas.openxmlformats.org/drawingml/2006/main">
              <a:ext uri="{FF2B5EF4-FFF2-40B4-BE49-F238E27FC236}">
                <a16:creationId xmlns:a16="http://schemas.microsoft.com/office/drawing/2014/main" id="{27CDC6F7-1AF9-4A12-9DE8-B37AA07F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83388" y="4654868"/>
            <a:ext cx="115888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5" name="fig1-before-b-wave-3">
            <a:extLst xmlns:a="http://schemas.openxmlformats.org/drawingml/2006/main">
              <a:ext uri="{FF2B5EF4-FFF2-40B4-BE49-F238E27FC236}">
                <a16:creationId xmlns:a16="http://schemas.microsoft.com/office/drawing/2014/main" id="{C5E6ADA5-BE10-4866-A049-7A432D12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99275" y="4621530"/>
            <a:ext cx="115887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6" name="fig1-before-b-wave-4">
            <a:extLst xmlns:a="http://schemas.openxmlformats.org/drawingml/2006/main">
              <a:ext uri="{FF2B5EF4-FFF2-40B4-BE49-F238E27FC236}">
                <a16:creationId xmlns:a16="http://schemas.microsoft.com/office/drawing/2014/main" id="{316CA46A-A22B-490E-8834-D179899B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15163" y="4561523"/>
            <a:ext cx="115887" cy="60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7" name="fig1-before-b-wave-5">
            <a:extLst xmlns:a="http://schemas.openxmlformats.org/drawingml/2006/main">
              <a:ext uri="{FF2B5EF4-FFF2-40B4-BE49-F238E27FC236}">
                <a16:creationId xmlns:a16="http://schemas.microsoft.com/office/drawing/2014/main" id="{6816D3BE-64C8-4BED-9DEF-D294EC12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31050" y="4474845"/>
            <a:ext cx="115888" cy="86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8" name="fig1-before-b-wave-6">
            <a:extLst xmlns:a="http://schemas.openxmlformats.org/drawingml/2006/main">
              <a:ext uri="{FF2B5EF4-FFF2-40B4-BE49-F238E27FC236}">
                <a16:creationId xmlns:a16="http://schemas.microsoft.com/office/drawing/2014/main" id="{55DF5198-5A6B-4147-B7EA-A99139ED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46938" y="4361498"/>
            <a:ext cx="115887" cy="1133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9" name="fig1-before-b-wave-7">
            <a:extLst xmlns:a="http://schemas.openxmlformats.org/drawingml/2006/main">
              <a:ext uri="{FF2B5EF4-FFF2-40B4-BE49-F238E27FC236}">
                <a16:creationId xmlns:a16="http://schemas.microsoft.com/office/drawing/2014/main" id="{8C795BEE-B2A0-4628-AC87-B568AC96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62825" y="4254818"/>
            <a:ext cx="115887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0" name="fig1-before-b-wave-8">
            <a:extLst xmlns:a="http://schemas.openxmlformats.org/drawingml/2006/main">
              <a:ext uri="{FF2B5EF4-FFF2-40B4-BE49-F238E27FC236}">
                <a16:creationId xmlns:a16="http://schemas.microsoft.com/office/drawing/2014/main" id="{28ED03F0-2D57-4FF9-8E4B-ED2EAA48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78713" y="4254818"/>
            <a:ext cx="115888" cy="86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1" name="fig1-before-b-wave-9">
            <a:extLst xmlns:a="http://schemas.openxmlformats.org/drawingml/2006/main">
              <a:ext uri="{FF2B5EF4-FFF2-40B4-BE49-F238E27FC236}">
                <a16:creationId xmlns:a16="http://schemas.microsoft.com/office/drawing/2014/main" id="{C7119B23-BC28-4ED3-9C5C-341F1FDC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94600" y="4341495"/>
            <a:ext cx="115887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2" name="fig1-before-b-wave-10">
            <a:extLst xmlns:a="http://schemas.openxmlformats.org/drawingml/2006/main">
              <a:ext uri="{FF2B5EF4-FFF2-40B4-BE49-F238E27FC236}">
                <a16:creationId xmlns:a16="http://schemas.microsoft.com/office/drawing/2014/main" id="{FD020F7B-EF56-42B4-B4A9-E82E7CB1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0488" y="4448175"/>
            <a:ext cx="115887" cy="800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3" name="fig1-before-b-wave-11">
            <a:extLst xmlns:a="http://schemas.openxmlformats.org/drawingml/2006/main">
              <a:ext uri="{FF2B5EF4-FFF2-40B4-BE49-F238E27FC236}">
                <a16:creationId xmlns:a16="http://schemas.microsoft.com/office/drawing/2014/main" id="{919E8BA8-EC11-4605-9A1D-DBA658A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826375" y="4528185"/>
            <a:ext cx="115887" cy="466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4" name="fig1-before-b-wave-12">
            <a:extLst xmlns:a="http://schemas.openxmlformats.org/drawingml/2006/main">
              <a:ext uri="{FF2B5EF4-FFF2-40B4-BE49-F238E27FC236}">
                <a16:creationId xmlns:a16="http://schemas.microsoft.com/office/drawing/2014/main" id="{FA694B58-2A48-4174-A3E2-034F0F97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42262" y="4574858"/>
            <a:ext cx="115888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5" name="fig1-after-b-wave-axis">
            <a:extLst xmlns:a="http://schemas.openxmlformats.org/drawingml/2006/main">
              <a:ext uri="{FF2B5EF4-FFF2-40B4-BE49-F238E27FC236}">
                <a16:creationId xmlns:a16="http://schemas.microsoft.com/office/drawing/2014/main" id="{5B066600-A043-4B0A-BDB0-43B310B7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8200" y="4914900"/>
            <a:ext cx="13906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6" name="fig1-after-b-wave-1">
            <a:extLst xmlns:a="http://schemas.openxmlformats.org/drawingml/2006/main">
              <a:ext uri="{FF2B5EF4-FFF2-40B4-BE49-F238E27FC236}">
                <a16:creationId xmlns:a16="http://schemas.microsoft.com/office/drawing/2014/main" id="{9BE6FB1C-07F0-4ACB-A7DA-2B59607A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58200" y="4688205"/>
            <a:ext cx="115887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17" name="fig1-after-b-wave-2">
            <a:extLst xmlns:a="http://schemas.openxmlformats.org/drawingml/2006/main">
              <a:ext uri="{FF2B5EF4-FFF2-40B4-BE49-F238E27FC236}">
                <a16:creationId xmlns:a16="http://schemas.microsoft.com/office/drawing/2014/main" id="{4F9EDD7F-FF18-4462-89FE-94CB485A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74088" y="4654868"/>
            <a:ext cx="115888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18" name="fig1-after-b-wave-3">
            <a:extLst xmlns:a="http://schemas.openxmlformats.org/drawingml/2006/main">
              <a:ext uri="{FF2B5EF4-FFF2-40B4-BE49-F238E27FC236}">
                <a16:creationId xmlns:a16="http://schemas.microsoft.com/office/drawing/2014/main" id="{E8FCE7B3-452A-4A67-A1F0-DABC3DD2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89975" y="4621530"/>
            <a:ext cx="115887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19" name="fig1-after-b-wave-4">
            <a:extLst xmlns:a="http://schemas.openxmlformats.org/drawingml/2006/main">
              <a:ext uri="{FF2B5EF4-FFF2-40B4-BE49-F238E27FC236}">
                <a16:creationId xmlns:a16="http://schemas.microsoft.com/office/drawing/2014/main" id="{67460FAE-A7BD-4DD1-B242-4FB0B3A0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05863" y="4561523"/>
            <a:ext cx="115887" cy="60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0" name="fig1-after-b-wave-5">
            <a:extLst xmlns:a="http://schemas.openxmlformats.org/drawingml/2006/main">
              <a:ext uri="{FF2B5EF4-FFF2-40B4-BE49-F238E27FC236}">
                <a16:creationId xmlns:a16="http://schemas.microsoft.com/office/drawing/2014/main" id="{EBC19A85-05B0-4D0B-A207-589826AE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21750" y="4521518"/>
            <a:ext cx="115888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1" name="fig1-after-b-wave-6">
            <a:extLst xmlns:a="http://schemas.openxmlformats.org/drawingml/2006/main">
              <a:ext uri="{FF2B5EF4-FFF2-40B4-BE49-F238E27FC236}">
                <a16:creationId xmlns:a16="http://schemas.microsoft.com/office/drawing/2014/main" id="{B9B9057F-09A8-45E1-AE17-8B0E8AEE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37638" y="4501515"/>
            <a:ext cx="115887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2" name="fig1-after-b-wave-7">
            <a:extLst xmlns:a="http://schemas.openxmlformats.org/drawingml/2006/main">
              <a:ext uri="{FF2B5EF4-FFF2-40B4-BE49-F238E27FC236}">
                <a16:creationId xmlns:a16="http://schemas.microsoft.com/office/drawing/2014/main" id="{62ED1162-0351-4865-B7FD-E016DBDB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53525" y="4494848"/>
            <a:ext cx="115887" cy="6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3" name="fig1-after-b-wave-8">
            <a:extLst xmlns:a="http://schemas.openxmlformats.org/drawingml/2006/main">
              <a:ext uri="{FF2B5EF4-FFF2-40B4-BE49-F238E27FC236}">
                <a16:creationId xmlns:a16="http://schemas.microsoft.com/office/drawing/2014/main" id="{19D9C4B3-3A60-4FBE-B17F-3FEE6CD3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69413" y="4494848"/>
            <a:ext cx="115888" cy="13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4" name="fig1-after-b-wave-9">
            <a:extLst xmlns:a="http://schemas.openxmlformats.org/drawingml/2006/main">
              <a:ext uri="{FF2B5EF4-FFF2-40B4-BE49-F238E27FC236}">
                <a16:creationId xmlns:a16="http://schemas.microsoft.com/office/drawing/2014/main" id="{4179AAE5-CFAA-4D9F-AB74-22BF9094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385300" y="4508183"/>
            <a:ext cx="115887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5" name="fig1-after-b-wave-10">
            <a:extLst xmlns:a="http://schemas.openxmlformats.org/drawingml/2006/main">
              <a:ext uri="{FF2B5EF4-FFF2-40B4-BE49-F238E27FC236}">
                <a16:creationId xmlns:a16="http://schemas.microsoft.com/office/drawing/2014/main" id="{6D06F479-A735-43F7-843F-8B27C8A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01188" y="4528185"/>
            <a:ext cx="115887" cy="20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6" name="fig1-after-b-wave-11">
            <a:extLst xmlns:a="http://schemas.openxmlformats.org/drawingml/2006/main">
              <a:ext uri="{FF2B5EF4-FFF2-40B4-BE49-F238E27FC236}">
                <a16:creationId xmlns:a16="http://schemas.microsoft.com/office/drawing/2014/main" id="{F5CAFC4A-348E-4CAA-88C4-14A53FB7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17075" y="4548188"/>
            <a:ext cx="115887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7" name="fig1-after-b-wave-12">
            <a:extLst xmlns:a="http://schemas.openxmlformats.org/drawingml/2006/main">
              <a:ext uri="{FF2B5EF4-FFF2-40B4-BE49-F238E27FC236}">
                <a16:creationId xmlns:a16="http://schemas.microsoft.com/office/drawing/2014/main" id="{A678343B-ADB2-4C99-B208-CC80BF65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2963" y="4574858"/>
            <a:ext cx="115888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8" name="fig1-decision-b">
            <a:extLst xmlns:a="http://schemas.openxmlformats.org/drawingml/2006/main">
              <a:ext uri="{FF2B5EF4-FFF2-40B4-BE49-F238E27FC236}">
                <a16:creationId xmlns:a16="http://schemas.microsoft.com/office/drawing/2014/main" id="{F3D3D509-E995-4B46-8DDA-3EDBC95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38550"/>
            <a:ext cx="4152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13335">
            <a:solidFill>
              <a:srgbClr val="B94A4A"/>
            </a:solidFill>
            <a:prstDash val="solid"/>
          </a:ln>
        </p:spPr>
      </p:sp>
      <p:sp>
        <p:nvSpPr>
          <p:cNvPr id="129" name="fig1-utility-b">
            <a:extLst xmlns:a="http://schemas.openxmlformats.org/drawingml/2006/main">
              <a:ext uri="{FF2B5EF4-FFF2-40B4-BE49-F238E27FC236}">
                <a16:creationId xmlns:a16="http://schemas.microsoft.com/office/drawing/2014/main" id="{64B8E509-0070-4136-9ED8-9063E66A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1000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模型效用：提升</a:t>
            </a:r>
          </a:p>
        </p:txBody>
      </p:sp>
      <p:sp>
        <p:nvSpPr>
          <p:cNvPr id="130" name="fig1-distortion-b">
            <a:extLst xmlns:a="http://schemas.openxmlformats.org/drawingml/2006/main">
              <a:ext uri="{FF2B5EF4-FFF2-40B4-BE49-F238E27FC236}">
                <a16:creationId xmlns:a16="http://schemas.microsoft.com/office/drawing/2014/main" id="{22D34C6B-A589-411E-8B8A-B1DE2415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81000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11430">
            <a:solidFill>
              <a:srgbClr val="B94A4A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rPr>
              <a:t>结构失真：高</a:t>
            </a:r>
          </a:p>
        </p:txBody>
      </p:sp>
      <p:sp>
        <p:nvSpPr>
          <p:cNvPr id="131" name="fig1-condition-b">
            <a:extLst xmlns:a="http://schemas.openxmlformats.org/drawingml/2006/main">
              <a:ext uri="{FF2B5EF4-FFF2-40B4-BE49-F238E27FC236}">
                <a16:creationId xmlns:a16="http://schemas.microsoft.com/office/drawing/2014/main" id="{A74F780F-DE62-4A99-BCE0-61F442E3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862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>
                <a:solidFill>
                  <a:srgbClr val="172033"/>
                </a:solidFill>
              </a:defRPr>
            </a:pPr>
            <a:r>
              <a:rPr sz="127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效用改善  </a:t>
            </a:r>
            <a:r>
              <a:rPr sz="1275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∧</a:t>
            </a:r>
            <a:r>
              <a:rPr sz="127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 结构破坏</a:t>
            </a:r>
          </a:p>
        </p:txBody>
      </p:sp>
      <p:sp>
        <p:nvSpPr>
          <p:cNvPr id="132" name="fig1-result-b">
            <a:extLst xmlns:a="http://schemas.openxmlformats.org/drawingml/2006/main">
              <a:ext uri="{FF2B5EF4-FFF2-40B4-BE49-F238E27FC236}">
                <a16:creationId xmlns:a16="http://schemas.microsoft.com/office/drawing/2014/main" id="{75B92C16-2CA2-4D2C-A473-C5590F7D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7053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A"/>
          </a:solidFill>
          <a:ln xmlns:a="http://schemas.openxmlformats.org/drawingml/2006/main" w="9525">
            <a:solidFill>
              <a:srgbClr val="B94A4A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回滚（</a:t>
            </a: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ROLLBACK</a:t>
            </a: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133" name="fig1-result-note-b">
            <a:extLst xmlns:a="http://schemas.openxmlformats.org/drawingml/2006/main">
              <a:ext uri="{FF2B5EF4-FFF2-40B4-BE49-F238E27FC236}">
                <a16:creationId xmlns:a16="http://schemas.microsoft.com/office/drawing/2014/main" id="{5AFE3C3A-4C00-4966-BD2D-CD1E5F95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162550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rPr>
              <a:t>保留原始窗口</a:t>
            </a:r>
          </a:p>
        </p:txBody>
      </p:sp>
      <p:cxnSp>
        <p:nvCxnSpPr>
          <p:cNvPr id="271" name="fig1-input-action-b"/>
          <p:cNvCxnSpPr>
            <a:stCxn xmlns:a="http://schemas.openxmlformats.org/drawingml/2006/main" id="71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3486150" y="45148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272" name="fig1-action-sandbox-b"/>
          <p:cNvCxnSpPr>
            <a:stCxn xmlns:a="http://schemas.openxmlformats.org/drawingml/2006/main" id="87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772150" y="4514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273" name="fig1-sandbox-decision-b"/>
          <p:cNvCxnSpPr>
            <a:stCxn xmlns:a="http://schemas.openxmlformats.org/drawingml/2006/main" id="9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10115550" y="4514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sp>
        <p:nvSpPr>
          <p:cNvPr id="137" name="fig1-footer">
            <a:extLst xmlns:a="http://schemas.openxmlformats.org/drawingml/2006/main">
              <a:ext uri="{FF2B5EF4-FFF2-40B4-BE49-F238E27FC236}">
                <a16:creationId xmlns:a16="http://schemas.microsoft.com/office/drawing/2014/main" id="{C93C2399-279E-4D77-B732-ED980D25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24550"/>
            <a:ext cx="14554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只看模型效用：两次编辑都更利于预测　｜　双信号验收：故障尖峰提交，真实极值回滚</a:t>
            </a:r>
          </a:p>
        </p:txBody>
      </p:sp>
    </p:spTree>
    <p:extLst>
      <p:ext uri="{BB962C8B-B14F-4D97-AF65-F5344CB8AC3E}">
        <p14:creationId xmlns:p14="http://schemas.microsoft.com/office/powerpoint/2010/main" val="1698679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2026-08-21T08:34:33.5430000Z</dcterms:created>
  <dcterms:modified xsi:type="dcterms:W3CDTF">2026-08-21T08:34:33.5430000Z</dcterms:modified>
</coreProperties>
</file>