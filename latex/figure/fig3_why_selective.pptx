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413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(a) Reconstruction rank vs forecasting-utility rank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8000" y="1549400"/>
            <a:ext cx="17018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080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080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10160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58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1651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098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2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-1061720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62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-1061720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62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106172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0541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forecast utility rank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508000" y="381000"/>
            <a:ext cx="1701800" cy="1168400"/>
          </a:xfrm>
          <a:prstGeom prst="line">
            <a:avLst/>
          </a:prstGeom>
          <a:ln w="889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84200" y="685800"/>
            <a:ext cx="1549400" cy="533400"/>
          </a:xfrm>
          <a:prstGeom prst="rect">
            <a:avLst/>
          </a:prstGeom>
          <a:noFill/>
          <a:ln w="762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-165100" y="7998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AD2B2B"/>
                </a:solidFill>
                <a:latin typeface="Helvetica"/>
              </a:rPr>
              <a:t>[FIG-RANK-DISAGREEMENT]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65100" y="921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winner agreement and pairwise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65100" y="10099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discordance within parents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1651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reconstruction rank within parent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165100" y="18209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a lower reconstruction error does not imply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165100" y="19098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a higher realised forecasting utility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(b) Risk-intervention trade-off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46400" y="1549400"/>
            <a:ext cx="19812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464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464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224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9370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4130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9276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036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9146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376680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9146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6680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9146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37668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843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conditional harmful rate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48000" y="685800"/>
            <a:ext cx="1778000" cy="533400"/>
          </a:xfrm>
          <a:prstGeom prst="rect">
            <a:avLst/>
          </a:prstGeom>
          <a:noFill/>
          <a:ln w="7620">
            <a:solidFill>
              <a:srgbClr val="9EA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13000" y="799846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AD2B2B"/>
                </a:solidFill>
                <a:latin typeface="Helvetica"/>
              </a:rPr>
              <a:t>[FIG-RISK-INTERVENTION]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13000" y="9210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harm against intervention rate for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13000" y="10099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" b="0" i="0">
                <a:solidFill>
                  <a:srgbClr val="6B727C"/>
                </a:solidFill>
                <a:latin typeface="Helvetica"/>
              </a:rPr>
              <a:t>the default operating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130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intervention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13000" y="18209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a low harmful rate is only meaningful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13000" y="19098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together with the intervention rate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0600" y="20986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The decision is worth making because reconstruction quality and forecasting utility disagree, and it has to be selective because intervening more often raises harm.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