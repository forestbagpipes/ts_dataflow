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198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(a) Harmful loss by method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4200" y="1549400"/>
            <a:ext cx="16764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42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18312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805688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TOI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70356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453644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TOIVSF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224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-1016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GIMCC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74444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0444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SRDI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26488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02488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CTF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24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985519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4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-985519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4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-985519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01600" y="16687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9779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Harmful loss  HL  (lower is better)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101600" y="865759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AD2B2B"/>
                </a:solidFill>
                <a:latin typeface="Helvetica"/>
              </a:rPr>
              <a:t>[FIG-HARMFUL-LOSS-BARS]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(b) Predicted vs realised ranking utility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549400"/>
            <a:ext cx="16764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2004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004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6764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neg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386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5146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8768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3528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pos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1686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630680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neg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686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630680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1686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63068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pos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16687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Predicted S[a] (binned)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383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Realised utility  g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0400" y="965200"/>
            <a:ext cx="1676400" cy="0"/>
          </a:xfrm>
          <a:prstGeom prst="line">
            <a:avLst/>
          </a:prstGeom>
          <a:ln w="762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514600" y="789559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AD2B2B"/>
                </a:solidFill>
                <a:latin typeface="Helvetica"/>
              </a:rPr>
              <a:t>[FIG-UTILITY-CALIBRATION]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9522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bins + 95% CI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600" y="17650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Sign agreement only; no calibration guarantee is claimed.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