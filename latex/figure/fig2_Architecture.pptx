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8314988" cy="1030763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F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16" autoAdjust="0"/>
  </p:normalViewPr>
  <p:slideViewPr>
    <p:cSldViewPr snapToGrid="0">
      <p:cViewPr>
        <p:scale>
          <a:sx n="50" d="100"/>
          <a:sy n="50" d="100"/>
        </p:scale>
        <p:origin x="46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1245A-D97B-3700-4396-2CF94865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FC699-D0E5-B00B-94E5-0AE2504B1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7277B-836A-D9C6-3A8C-4D41D8707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Visual reference: user-provided codex-clipboard-33b627d0-781c-4d8a-8638-5ab093326a63.png. Scientific reference: latex/IntroActTS_20260919_v47_revised.tex, Sections 3.1–3.5 and action/state feature appendices. Notation follows C × L, reference-minus-action loss, and a frozen bank. All curves are schematic, not measured data. The conservative score is heuristic, not a calibrated bound. A+ excludes Keep a0. Neighbor j retains its action index: (z_j,a, g_j,a). Input Change denotes the five intervention-state features. Every expression is a single native Office Math object; multi-line labels and equations use one equation array in one textbox. Candidate forecasts are evaluated offline; only the reference and selected action forecasts are computed online.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77C93-706A-39C3-B1C0-4959147C991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072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5" Type="http://schemas.openxmlformats.org/officeDocument/2006/relationships/image" Target="../media/image3.png"/><Relationship Id="rId61" Type="http://schemas.openxmlformats.org/officeDocument/2006/relationships/image" Target="../media/image59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openxmlformats.org/officeDocument/2006/relationships/image" Target="../media/image57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57" Type="http://schemas.openxmlformats.org/officeDocument/2006/relationships/image" Target="../media/image5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E628F-7255-1F72-FC82-C70DC4164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radient Offline">
            <a:extLst>
              <a:ext uri="{FF2B5EF4-FFF2-40B4-BE49-F238E27FC236}">
                <a16:creationId xmlns:a16="http://schemas.microsoft.com/office/drawing/2014/main" id="{FAEAFB54-F7E2-AF49-7965-02B0435C3318}"/>
              </a:ext>
            </a:extLst>
          </p:cNvPr>
          <p:cNvSpPr/>
          <p:nvPr/>
        </p:nvSpPr>
        <p:spPr>
          <a:xfrm>
            <a:off x="602454" y="602455"/>
            <a:ext cx="635319" cy="350520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Object 1">
            <a:extLst>
              <a:ext uri="{FF2B5EF4-FFF2-40B4-BE49-F238E27FC236}">
                <a16:creationId xmlns:a16="http://schemas.microsoft.com/office/drawing/2014/main" id="{50676E60-83EF-04C3-C6E6-B1ADC53B47FA}"/>
              </a:ext>
            </a:extLst>
          </p:cNvPr>
          <p:cNvSpPr txBox="1"/>
          <p:nvPr/>
        </p:nvSpPr>
        <p:spPr>
          <a:xfrm rot="16200000">
            <a:off x="301225" y="2196228"/>
            <a:ext cx="1150144" cy="63531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Offline</a:t>
            </a:r>
          </a:p>
        </p:txBody>
      </p:sp>
      <p:sp>
        <p:nvSpPr>
          <p:cNvPr id="3" name="Gradient Online">
            <a:extLst>
              <a:ext uri="{FF2B5EF4-FFF2-40B4-BE49-F238E27FC236}">
                <a16:creationId xmlns:a16="http://schemas.microsoft.com/office/drawing/2014/main" id="{E2A13C00-47BF-975D-5AC7-38EC45F963ED}"/>
              </a:ext>
            </a:extLst>
          </p:cNvPr>
          <p:cNvSpPr/>
          <p:nvPr/>
        </p:nvSpPr>
        <p:spPr>
          <a:xfrm>
            <a:off x="602454" y="4498146"/>
            <a:ext cx="635320" cy="51280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C585DB8B-7AC0-64C2-4F9D-97F746EB7A40}"/>
              </a:ext>
            </a:extLst>
          </p:cNvPr>
          <p:cNvSpPr txBox="1"/>
          <p:nvPr/>
        </p:nvSpPr>
        <p:spPr>
          <a:xfrm rot="16200000">
            <a:off x="301226" y="6627034"/>
            <a:ext cx="1150144" cy="63531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Online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6243ADE-F82B-B495-4AF4-0B6AE6F97422}"/>
              </a:ext>
            </a:extLst>
          </p:cNvPr>
          <p:cNvSpPr/>
          <p:nvPr/>
        </p:nvSpPr>
        <p:spPr>
          <a:xfrm>
            <a:off x="1325404" y="602456"/>
            <a:ext cx="16890683" cy="3472339"/>
          </a:xfrm>
          <a:prstGeom prst="rect">
            <a:avLst/>
          </a:prstGeom>
          <a:noFill/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2F4ABA9B-5F5A-BC8F-1ACC-081278FC893D}"/>
              </a:ext>
            </a:extLst>
          </p:cNvPr>
          <p:cNvSpPr/>
          <p:nvPr/>
        </p:nvSpPr>
        <p:spPr>
          <a:xfrm>
            <a:off x="1325404" y="4516903"/>
            <a:ext cx="16890683" cy="5109277"/>
          </a:xfrm>
          <a:prstGeom prst="rect">
            <a:avLst/>
          </a:prstGeom>
          <a:noFill/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43AB5909-6B12-FD51-B6D4-7F491AA10981}"/>
              </a:ext>
            </a:extLst>
          </p:cNvPr>
          <p:cNvSpPr/>
          <p:nvPr/>
        </p:nvSpPr>
        <p:spPr>
          <a:xfrm>
            <a:off x="1434941" y="681458"/>
            <a:ext cx="16671608" cy="3218077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Gradient Badge 1">
            <a:extLst>
              <a:ext uri="{FF2B5EF4-FFF2-40B4-BE49-F238E27FC236}">
                <a16:creationId xmlns:a16="http://schemas.microsoft.com/office/drawing/2014/main" id="{7FA85EC4-B527-AB2D-09D8-E32754716F77}"/>
              </a:ext>
            </a:extLst>
          </p:cNvPr>
          <p:cNvSpPr/>
          <p:nvPr/>
        </p:nvSpPr>
        <p:spPr>
          <a:xfrm>
            <a:off x="1434941" y="681457"/>
            <a:ext cx="591503" cy="402964"/>
          </a:xfrm>
          <a:prstGeom prst="rect">
            <a:avLst/>
          </a:prstGeom>
          <a:gradFill rotWithShape="1">
            <a:gsLst>
              <a:gs pos="0">
                <a:srgbClr val="174D7E"/>
              </a:gs>
              <a:gs pos="100000">
                <a:srgbClr val="2467A3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765EFEB0-6207-7151-E76C-6DB9263E33BF}"/>
              </a:ext>
            </a:extLst>
          </p:cNvPr>
          <p:cNvSpPr txBox="1"/>
          <p:nvPr/>
        </p:nvSpPr>
        <p:spPr>
          <a:xfrm>
            <a:off x="1434941" y="681458"/>
            <a:ext cx="591503" cy="4029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55CEDCF9-7B44-D9BC-F54D-12127049AEB7}"/>
              </a:ext>
            </a:extLst>
          </p:cNvPr>
          <p:cNvSpPr txBox="1"/>
          <p:nvPr/>
        </p:nvSpPr>
        <p:spPr>
          <a:xfrm>
            <a:off x="2157889" y="631129"/>
            <a:ext cx="4276365" cy="4710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8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Historical Full-Action Replay</a:t>
            </a: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67E90389-1721-8C73-F8A0-00430346A240}"/>
              </a:ext>
            </a:extLst>
          </p:cNvPr>
          <p:cNvSpPr/>
          <p:nvPr/>
        </p:nvSpPr>
        <p:spPr>
          <a:xfrm>
            <a:off x="1533525" y="1117283"/>
            <a:ext cx="2267426" cy="26508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0BAB9665-AAEF-A203-0648-0966490BF36A}"/>
              </a:ext>
            </a:extLst>
          </p:cNvPr>
          <p:cNvSpPr/>
          <p:nvPr/>
        </p:nvSpPr>
        <p:spPr>
          <a:xfrm>
            <a:off x="1544479" y="1128236"/>
            <a:ext cx="2245519" cy="339566"/>
          </a:xfrm>
          <a:prstGeom prst="rect">
            <a:avLst/>
          </a:prstGeom>
          <a:solidFill>
            <a:srgbClr val="E5EFF6"/>
          </a:solidFill>
          <a:ln w="190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Object 12">
            <a:extLst>
              <a:ext uri="{FF2B5EF4-FFF2-40B4-BE49-F238E27FC236}">
                <a16:creationId xmlns:a16="http://schemas.microsoft.com/office/drawing/2014/main" id="{9208207A-FB11-E62B-E98E-B43936E92D7C}"/>
              </a:ext>
            </a:extLst>
          </p:cNvPr>
          <p:cNvSpPr txBox="1"/>
          <p:nvPr/>
        </p:nvSpPr>
        <p:spPr>
          <a:xfrm>
            <a:off x="1544479" y="1122758"/>
            <a:ext cx="2201704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Training History</a:t>
            </a:r>
          </a:p>
        </p:txBody>
      </p:sp>
      <p:sp>
        <p:nvSpPr>
          <p:cNvPr id="18" name="Editable Curve 13">
            <a:extLst>
              <a:ext uri="{FF2B5EF4-FFF2-40B4-BE49-F238E27FC236}">
                <a16:creationId xmlns:a16="http://schemas.microsoft.com/office/drawing/2014/main" id="{3B4C5846-9256-4BB9-645C-5CEBCA0696A6}"/>
              </a:ext>
            </a:extLst>
          </p:cNvPr>
          <p:cNvSpPr/>
          <p:nvPr/>
        </p:nvSpPr>
        <p:spPr>
          <a:xfrm>
            <a:off x="1971675" y="3121819"/>
            <a:ext cx="1675924" cy="110"/>
          </a:xfrm>
          <a:custGeom>
            <a:avLst/>
            <a:gdLst/>
            <a:ahLst/>
            <a:cxnLst/>
            <a:rect l="0" t="0" r="0" b="0"/>
            <a:pathLst>
              <a:path w="1675924" h="110">
                <a:moveTo>
                  <a:pt x="0" y="0"/>
                </a:moveTo>
                <a:lnTo>
                  <a:pt x="1675924" y="0"/>
                </a:lnTo>
              </a:path>
            </a:pathLst>
          </a:custGeom>
          <a:noFill/>
          <a:ln w="10954">
            <a:solidFill>
              <a:srgbClr val="001869"/>
            </a:solidFill>
          </a:ln>
        </p:spPr>
      </p:sp>
      <p:sp>
        <p:nvSpPr>
          <p:cNvPr id="19" name="Editable Curve 14">
            <a:extLst>
              <a:ext uri="{FF2B5EF4-FFF2-40B4-BE49-F238E27FC236}">
                <a16:creationId xmlns:a16="http://schemas.microsoft.com/office/drawing/2014/main" id="{4FC1A6BA-FC1B-2F96-6B6D-FC2968415700}"/>
              </a:ext>
            </a:extLst>
          </p:cNvPr>
          <p:cNvSpPr/>
          <p:nvPr/>
        </p:nvSpPr>
        <p:spPr>
          <a:xfrm>
            <a:off x="1971675" y="1566386"/>
            <a:ext cx="110" cy="1555432"/>
          </a:xfrm>
          <a:custGeom>
            <a:avLst/>
            <a:gdLst/>
            <a:ahLst/>
            <a:cxnLst/>
            <a:rect l="0" t="0" r="0" b="0"/>
            <a:pathLst>
              <a:path w="110" h="1555432">
                <a:moveTo>
                  <a:pt x="0" y="1555432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001869"/>
            </a:solidFill>
          </a:ln>
        </p:spPr>
      </p:sp>
      <p:sp>
        <p:nvSpPr>
          <p:cNvPr id="20" name="Object 15">
            <a:extLst>
              <a:ext uri="{FF2B5EF4-FFF2-40B4-BE49-F238E27FC236}">
                <a16:creationId xmlns:a16="http://schemas.microsoft.com/office/drawing/2014/main" id="{159CB8FC-1F4C-9BCF-8C2A-C54BC503D8D7}"/>
              </a:ext>
            </a:extLst>
          </p:cNvPr>
          <p:cNvSpPr/>
          <p:nvPr/>
        </p:nvSpPr>
        <p:spPr>
          <a:xfrm rot="5400000">
            <a:off x="3625691" y="3088957"/>
            <a:ext cx="76676" cy="65723"/>
          </a:xfrm>
          <a:prstGeom prst="triangle">
            <a:avLst/>
          </a:prstGeom>
          <a:solidFill>
            <a:srgbClr val="001869"/>
          </a:solidFill>
          <a:ln w="0">
            <a:noFill/>
          </a:ln>
        </p:spPr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798BCF02-AFFC-A2CB-A390-9B6273A4B69C}"/>
              </a:ext>
            </a:extLst>
          </p:cNvPr>
          <p:cNvSpPr/>
          <p:nvPr/>
        </p:nvSpPr>
        <p:spPr>
          <a:xfrm>
            <a:off x="1938814" y="1533525"/>
            <a:ext cx="65723" cy="76676"/>
          </a:xfrm>
          <a:prstGeom prst="triangle">
            <a:avLst/>
          </a:prstGeom>
          <a:solidFill>
            <a:srgbClr val="001869"/>
          </a:solidFill>
          <a:ln w="0"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quation 1">
                <a:extLst>
                  <a:ext uri="{FF2B5EF4-FFF2-40B4-BE49-F238E27FC236}">
                    <a16:creationId xmlns:a16="http://schemas.microsoft.com/office/drawing/2014/main" id="{FE415219-9F46-4887-E673-56A5B1EEF074}"/>
                  </a:ext>
                </a:extLst>
              </p:cNvPr>
              <p:cNvSpPr txBox="1"/>
              <p:nvPr/>
            </p:nvSpPr>
            <p:spPr>
              <a:xfrm>
                <a:off x="3505200" y="3132773"/>
                <a:ext cx="219075" cy="23002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𝒕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" name="Equation 1">
                <a:extLst>
                  <a:ext uri="{FF2B5EF4-FFF2-40B4-BE49-F238E27FC236}">
                    <a16:creationId xmlns:a16="http://schemas.microsoft.com/office/drawing/2014/main" id="{FE415219-9F46-4887-E673-56A5B1EEF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132773"/>
                <a:ext cx="219075" cy="230029"/>
              </a:xfrm>
              <a:prstGeom prst="rect">
                <a:avLst/>
              </a:prstGeom>
              <a:blipFill>
                <a:blip r:embed="rId3"/>
                <a:stretch>
                  <a:fillRect l="-25000" b="-2105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Editable Curve 17">
            <a:extLst>
              <a:ext uri="{FF2B5EF4-FFF2-40B4-BE49-F238E27FC236}">
                <a16:creationId xmlns:a16="http://schemas.microsoft.com/office/drawing/2014/main" id="{61B00042-C845-538E-A50A-F972967EDF62}"/>
              </a:ext>
            </a:extLst>
          </p:cNvPr>
          <p:cNvSpPr/>
          <p:nvPr/>
        </p:nvSpPr>
        <p:spPr>
          <a:xfrm>
            <a:off x="2015490" y="1638714"/>
            <a:ext cx="1577340" cy="109928"/>
          </a:xfrm>
          <a:custGeom>
            <a:avLst/>
            <a:gdLst/>
            <a:ahLst/>
            <a:cxnLst/>
            <a:rect l="0" t="0" r="0" b="0"/>
            <a:pathLst>
              <a:path w="1577340" h="109928">
                <a:moveTo>
                  <a:pt x="0" y="105204"/>
                </a:moveTo>
                <a:lnTo>
                  <a:pt x="37556" y="91093"/>
                </a:lnTo>
                <a:lnTo>
                  <a:pt x="75111" y="100382"/>
                </a:lnTo>
                <a:lnTo>
                  <a:pt x="112667" y="92429"/>
                </a:lnTo>
                <a:lnTo>
                  <a:pt x="150223" y="23513"/>
                </a:lnTo>
                <a:lnTo>
                  <a:pt x="187779" y="75906"/>
                </a:lnTo>
                <a:lnTo>
                  <a:pt x="225334" y="35754"/>
                </a:lnTo>
                <a:lnTo>
                  <a:pt x="262890" y="78505"/>
                </a:lnTo>
                <a:lnTo>
                  <a:pt x="300446" y="53895"/>
                </a:lnTo>
                <a:lnTo>
                  <a:pt x="338001" y="5831"/>
                </a:lnTo>
                <a:lnTo>
                  <a:pt x="375557" y="39237"/>
                </a:lnTo>
                <a:lnTo>
                  <a:pt x="413113" y="0"/>
                </a:lnTo>
                <a:lnTo>
                  <a:pt x="450669" y="84274"/>
                </a:lnTo>
                <a:lnTo>
                  <a:pt x="488224" y="68960"/>
                </a:lnTo>
                <a:lnTo>
                  <a:pt x="525780" y="69253"/>
                </a:lnTo>
                <a:lnTo>
                  <a:pt x="563336" y="78138"/>
                </a:lnTo>
                <a:lnTo>
                  <a:pt x="600891" y="32136"/>
                </a:lnTo>
                <a:lnTo>
                  <a:pt x="638447" y="109928"/>
                </a:lnTo>
                <a:lnTo>
                  <a:pt x="676003" y="79197"/>
                </a:lnTo>
                <a:lnTo>
                  <a:pt x="713559" y="107457"/>
                </a:lnTo>
                <a:lnTo>
                  <a:pt x="751114" y="75377"/>
                </a:lnTo>
                <a:lnTo>
                  <a:pt x="788670" y="19237"/>
                </a:lnTo>
                <a:lnTo>
                  <a:pt x="826226" y="59657"/>
                </a:lnTo>
                <a:lnTo>
                  <a:pt x="863781" y="16525"/>
                </a:lnTo>
                <a:lnTo>
                  <a:pt x="901337" y="79204"/>
                </a:lnTo>
                <a:lnTo>
                  <a:pt x="938893" y="41933"/>
                </a:lnTo>
                <a:lnTo>
                  <a:pt x="976449" y="21135"/>
                </a:lnTo>
                <a:lnTo>
                  <a:pt x="1014004" y="39823"/>
                </a:lnTo>
                <a:lnTo>
                  <a:pt x="1051560" y="8166"/>
                </a:lnTo>
                <a:lnTo>
                  <a:pt x="1089116" y="99101"/>
                </a:lnTo>
                <a:lnTo>
                  <a:pt x="1126671" y="72325"/>
                </a:lnTo>
                <a:lnTo>
                  <a:pt x="1164227" y="94633"/>
                </a:lnTo>
                <a:lnTo>
                  <a:pt x="1201783" y="77934"/>
                </a:lnTo>
                <a:lnTo>
                  <a:pt x="1239339" y="39681"/>
                </a:lnTo>
                <a:lnTo>
                  <a:pt x="1276894" y="103840"/>
                </a:lnTo>
                <a:lnTo>
                  <a:pt x="1314450" y="64008"/>
                </a:lnTo>
                <a:lnTo>
                  <a:pt x="1352006" y="107843"/>
                </a:lnTo>
                <a:lnTo>
                  <a:pt x="1389561" y="54715"/>
                </a:lnTo>
                <a:lnTo>
                  <a:pt x="1427117" y="18213"/>
                </a:lnTo>
                <a:lnTo>
                  <a:pt x="1464673" y="42038"/>
                </a:lnTo>
                <a:lnTo>
                  <a:pt x="1502229" y="6091"/>
                </a:lnTo>
                <a:lnTo>
                  <a:pt x="1539784" y="82311"/>
                </a:lnTo>
                <a:lnTo>
                  <a:pt x="1577340" y="37392"/>
                </a:lnTo>
              </a:path>
            </a:pathLst>
          </a:custGeom>
          <a:noFill/>
          <a:ln w="12049">
            <a:solidFill>
              <a:srgbClr val="1260FA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Equation 2">
                <a:extLst>
                  <a:ext uri="{FF2B5EF4-FFF2-40B4-BE49-F238E27FC236}">
                    <a16:creationId xmlns:a16="http://schemas.microsoft.com/office/drawing/2014/main" id="{2F994CBE-BB9C-9571-A92B-85384D7F27C8}"/>
                  </a:ext>
                </a:extLst>
              </p:cNvPr>
              <p:cNvSpPr txBox="1"/>
              <p:nvPr/>
            </p:nvSpPr>
            <p:spPr>
              <a:xfrm>
                <a:off x="1632109" y="1577340"/>
                <a:ext cx="295751" cy="2738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4" name="Equation 2">
                <a:extLst>
                  <a:ext uri="{FF2B5EF4-FFF2-40B4-BE49-F238E27FC236}">
                    <a16:creationId xmlns:a16="http://schemas.microsoft.com/office/drawing/2014/main" id="{2F994CBE-BB9C-9571-A92B-85384D7F2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109" y="1577340"/>
                <a:ext cx="295751" cy="273844"/>
              </a:xfrm>
              <a:prstGeom prst="rect">
                <a:avLst/>
              </a:prstGeom>
              <a:blipFill>
                <a:blip r:embed="rId4"/>
                <a:stretch>
                  <a:fillRect l="-29167" r="-4167" b="-2444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Editable Curve 18">
            <a:extLst>
              <a:ext uri="{FF2B5EF4-FFF2-40B4-BE49-F238E27FC236}">
                <a16:creationId xmlns:a16="http://schemas.microsoft.com/office/drawing/2014/main" id="{E78F5F68-F682-1704-ED54-F365A82C40E8}"/>
              </a:ext>
            </a:extLst>
          </p:cNvPr>
          <p:cNvSpPr/>
          <p:nvPr/>
        </p:nvSpPr>
        <p:spPr>
          <a:xfrm>
            <a:off x="2015490" y="2068403"/>
            <a:ext cx="1577340" cy="111084"/>
          </a:xfrm>
          <a:custGeom>
            <a:avLst/>
            <a:gdLst/>
            <a:ahLst/>
            <a:cxnLst/>
            <a:rect l="0" t="0" r="0" b="0"/>
            <a:pathLst>
              <a:path w="1577340" h="111084">
                <a:moveTo>
                  <a:pt x="0" y="105005"/>
                </a:moveTo>
                <a:lnTo>
                  <a:pt x="37556" y="86519"/>
                </a:lnTo>
                <a:lnTo>
                  <a:pt x="75111" y="111084"/>
                </a:lnTo>
                <a:lnTo>
                  <a:pt x="112667" y="30399"/>
                </a:lnTo>
                <a:lnTo>
                  <a:pt x="150223" y="78161"/>
                </a:lnTo>
                <a:lnTo>
                  <a:pt x="187779" y="58860"/>
                </a:lnTo>
                <a:lnTo>
                  <a:pt x="225334" y="70530"/>
                </a:lnTo>
                <a:lnTo>
                  <a:pt x="262890" y="79638"/>
                </a:lnTo>
                <a:lnTo>
                  <a:pt x="300446" y="1796"/>
                </a:lnTo>
                <a:lnTo>
                  <a:pt x="338001" y="41246"/>
                </a:lnTo>
                <a:lnTo>
                  <a:pt x="375557" y="2036"/>
                </a:lnTo>
                <a:lnTo>
                  <a:pt x="413113" y="61080"/>
                </a:lnTo>
                <a:lnTo>
                  <a:pt x="450669" y="78487"/>
                </a:lnTo>
                <a:lnTo>
                  <a:pt x="488224" y="46739"/>
                </a:lnTo>
                <a:lnTo>
                  <a:pt x="525780" y="81949"/>
                </a:lnTo>
                <a:lnTo>
                  <a:pt x="563336" y="25816"/>
                </a:lnTo>
                <a:lnTo>
                  <a:pt x="600891" y="97987"/>
                </a:lnTo>
                <a:lnTo>
                  <a:pt x="638447" y="95515"/>
                </a:lnTo>
                <a:lnTo>
                  <a:pt x="676003" y="97012"/>
                </a:lnTo>
                <a:lnTo>
                  <a:pt x="713559" y="102436"/>
                </a:lnTo>
                <a:lnTo>
                  <a:pt x="751114" y="22344"/>
                </a:lnTo>
                <a:lnTo>
                  <a:pt x="788670" y="69317"/>
                </a:lnTo>
                <a:lnTo>
                  <a:pt x="826226" y="32872"/>
                </a:lnTo>
                <a:lnTo>
                  <a:pt x="863781" y="69620"/>
                </a:lnTo>
                <a:lnTo>
                  <a:pt x="901337" y="64353"/>
                </a:lnTo>
                <a:lnTo>
                  <a:pt x="938893" y="7425"/>
                </a:lnTo>
                <a:lnTo>
                  <a:pt x="976449" y="43927"/>
                </a:lnTo>
                <a:lnTo>
                  <a:pt x="1014004" y="0"/>
                </a:lnTo>
                <a:lnTo>
                  <a:pt x="1051560" y="78507"/>
                </a:lnTo>
                <a:lnTo>
                  <a:pt x="1089116" y="79614"/>
                </a:lnTo>
                <a:lnTo>
                  <a:pt x="1126671" y="72023"/>
                </a:lnTo>
                <a:lnTo>
                  <a:pt x="1164227" y="90457"/>
                </a:lnTo>
                <a:lnTo>
                  <a:pt x="1201783" y="31767"/>
                </a:lnTo>
                <a:lnTo>
                  <a:pt x="1239339" y="103659"/>
                </a:lnTo>
                <a:lnTo>
                  <a:pt x="1276894" y="80138"/>
                </a:lnTo>
                <a:lnTo>
                  <a:pt x="1314450" y="102073"/>
                </a:lnTo>
                <a:lnTo>
                  <a:pt x="1352006" y="85708"/>
                </a:lnTo>
                <a:lnTo>
                  <a:pt x="1389561" y="16294"/>
                </a:lnTo>
                <a:lnTo>
                  <a:pt x="1427117" y="56570"/>
                </a:lnTo>
                <a:lnTo>
                  <a:pt x="1464673" y="12188"/>
                </a:lnTo>
                <a:lnTo>
                  <a:pt x="1502229" y="71980"/>
                </a:lnTo>
                <a:lnTo>
                  <a:pt x="1539784" y="53311"/>
                </a:lnTo>
                <a:lnTo>
                  <a:pt x="1577340" y="23091"/>
                </a:lnTo>
              </a:path>
            </a:pathLst>
          </a:custGeom>
          <a:noFill/>
          <a:ln w="12049">
            <a:solidFill>
              <a:srgbClr val="1260FA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Equation 3">
                <a:extLst>
                  <a:ext uri="{FF2B5EF4-FFF2-40B4-BE49-F238E27FC236}">
                    <a16:creationId xmlns:a16="http://schemas.microsoft.com/office/drawing/2014/main" id="{E04BEE5D-AB65-26E9-3D27-9971D36DD51C}"/>
                  </a:ext>
                </a:extLst>
              </p:cNvPr>
              <p:cNvSpPr txBox="1"/>
              <p:nvPr/>
            </p:nvSpPr>
            <p:spPr>
              <a:xfrm>
                <a:off x="1632109" y="2008187"/>
                <a:ext cx="295751" cy="2738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6" name="Equation 3">
                <a:extLst>
                  <a:ext uri="{FF2B5EF4-FFF2-40B4-BE49-F238E27FC236}">
                    <a16:creationId xmlns:a16="http://schemas.microsoft.com/office/drawing/2014/main" id="{E04BEE5D-AB65-26E9-3D27-9971D36DD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109" y="2008187"/>
                <a:ext cx="295751" cy="273844"/>
              </a:xfrm>
              <a:prstGeom prst="rect">
                <a:avLst/>
              </a:prstGeom>
              <a:blipFill>
                <a:blip r:embed="rId5"/>
                <a:stretch>
                  <a:fillRect l="-29167" r="-4167" b="-2444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Editable Curve 19">
            <a:extLst>
              <a:ext uri="{FF2B5EF4-FFF2-40B4-BE49-F238E27FC236}">
                <a16:creationId xmlns:a16="http://schemas.microsoft.com/office/drawing/2014/main" id="{D6621123-097E-4330-872E-93B27D00608F}"/>
              </a:ext>
            </a:extLst>
          </p:cNvPr>
          <p:cNvSpPr/>
          <p:nvPr/>
        </p:nvSpPr>
        <p:spPr>
          <a:xfrm>
            <a:off x="2015490" y="2502829"/>
            <a:ext cx="1577340" cy="114038"/>
          </a:xfrm>
          <a:custGeom>
            <a:avLst/>
            <a:gdLst/>
            <a:ahLst/>
            <a:cxnLst/>
            <a:rect l="0" t="0" r="0" b="0"/>
            <a:pathLst>
              <a:path w="1577340" h="114038">
                <a:moveTo>
                  <a:pt x="0" y="70453"/>
                </a:moveTo>
                <a:lnTo>
                  <a:pt x="37556" y="111180"/>
                </a:lnTo>
                <a:lnTo>
                  <a:pt x="75111" y="40066"/>
                </a:lnTo>
                <a:lnTo>
                  <a:pt x="112667" y="65628"/>
                </a:lnTo>
                <a:lnTo>
                  <a:pt x="150223" y="80196"/>
                </a:lnTo>
                <a:lnTo>
                  <a:pt x="187779" y="60622"/>
                </a:lnTo>
                <a:lnTo>
                  <a:pt x="225334" y="95882"/>
                </a:lnTo>
                <a:lnTo>
                  <a:pt x="262890" y="6707"/>
                </a:lnTo>
                <a:lnTo>
                  <a:pt x="300446" y="32275"/>
                </a:lnTo>
                <a:lnTo>
                  <a:pt x="338001" y="11114"/>
                </a:lnTo>
                <a:lnTo>
                  <a:pt x="375557" y="33014"/>
                </a:lnTo>
                <a:lnTo>
                  <a:pt x="413113" y="82386"/>
                </a:lnTo>
                <a:lnTo>
                  <a:pt x="450669" y="27147"/>
                </a:lnTo>
                <a:lnTo>
                  <a:pt x="488224" y="69650"/>
                </a:lnTo>
                <a:lnTo>
                  <a:pt x="525780" y="22675"/>
                </a:lnTo>
                <a:lnTo>
                  <a:pt x="563336" y="70308"/>
                </a:lnTo>
                <a:lnTo>
                  <a:pt x="600891" y="105552"/>
                </a:lnTo>
                <a:lnTo>
                  <a:pt x="638447" y="80880"/>
                </a:lnTo>
                <a:lnTo>
                  <a:pt x="676003" y="114038"/>
                </a:lnTo>
                <a:lnTo>
                  <a:pt x="713559" y="29676"/>
                </a:lnTo>
                <a:lnTo>
                  <a:pt x="751114" y="64179"/>
                </a:lnTo>
                <a:lnTo>
                  <a:pt x="788670" y="53035"/>
                </a:lnTo>
                <a:lnTo>
                  <a:pt x="826226" y="55773"/>
                </a:lnTo>
                <a:lnTo>
                  <a:pt x="863781" y="82039"/>
                </a:lnTo>
                <a:lnTo>
                  <a:pt x="901337" y="1126"/>
                </a:lnTo>
                <a:lnTo>
                  <a:pt x="938893" y="36668"/>
                </a:lnTo>
                <a:lnTo>
                  <a:pt x="976449" y="0"/>
                </a:lnTo>
                <a:lnTo>
                  <a:pt x="1014004" y="47793"/>
                </a:lnTo>
                <a:lnTo>
                  <a:pt x="1051560" y="83400"/>
                </a:lnTo>
                <a:lnTo>
                  <a:pt x="1089116" y="46854"/>
                </a:lnTo>
                <a:lnTo>
                  <a:pt x="1126671" y="86975"/>
                </a:lnTo>
                <a:lnTo>
                  <a:pt x="1164227" y="26175"/>
                </a:lnTo>
                <a:lnTo>
                  <a:pt x="1201783" y="85057"/>
                </a:lnTo>
                <a:lnTo>
                  <a:pt x="1239339" y="94142"/>
                </a:lnTo>
                <a:lnTo>
                  <a:pt x="1276894" y="87668"/>
                </a:lnTo>
                <a:lnTo>
                  <a:pt x="1314450" y="106263"/>
                </a:lnTo>
                <a:lnTo>
                  <a:pt x="1352006" y="18923"/>
                </a:lnTo>
                <a:lnTo>
                  <a:pt x="1389561" y="57821"/>
                </a:lnTo>
                <a:lnTo>
                  <a:pt x="1427117" y="26253"/>
                </a:lnTo>
                <a:lnTo>
                  <a:pt x="1464673" y="54642"/>
                </a:lnTo>
                <a:lnTo>
                  <a:pt x="1502229" y="68823"/>
                </a:lnTo>
                <a:lnTo>
                  <a:pt x="1539784" y="6052"/>
                </a:lnTo>
                <a:lnTo>
                  <a:pt x="1577340" y="44145"/>
                </a:lnTo>
              </a:path>
            </a:pathLst>
          </a:custGeom>
          <a:noFill/>
          <a:ln w="12049">
            <a:solidFill>
              <a:srgbClr val="1260FA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Equation 4">
                <a:extLst>
                  <a:ext uri="{FF2B5EF4-FFF2-40B4-BE49-F238E27FC236}">
                    <a16:creationId xmlns:a16="http://schemas.microsoft.com/office/drawing/2014/main" id="{3A133D52-8E62-3E51-4BB5-B6487C8FB243}"/>
                  </a:ext>
                </a:extLst>
              </p:cNvPr>
              <p:cNvSpPr txBox="1"/>
              <p:nvPr/>
            </p:nvSpPr>
            <p:spPr>
              <a:xfrm>
                <a:off x="1632109" y="2439035"/>
                <a:ext cx="295751" cy="2738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8" name="Equation 4">
                <a:extLst>
                  <a:ext uri="{FF2B5EF4-FFF2-40B4-BE49-F238E27FC236}">
                    <a16:creationId xmlns:a16="http://schemas.microsoft.com/office/drawing/2014/main" id="{3A133D52-8E62-3E51-4BB5-B6487C8FB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109" y="2439035"/>
                <a:ext cx="295751" cy="273844"/>
              </a:xfrm>
              <a:prstGeom prst="rect">
                <a:avLst/>
              </a:prstGeom>
              <a:blipFill>
                <a:blip r:embed="rId6"/>
                <a:stretch>
                  <a:fillRect l="-29167" r="-4167" b="-2444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Editable Curve 20">
            <a:extLst>
              <a:ext uri="{FF2B5EF4-FFF2-40B4-BE49-F238E27FC236}">
                <a16:creationId xmlns:a16="http://schemas.microsoft.com/office/drawing/2014/main" id="{5698F2E2-F3E2-2067-A41F-CC71C7F1D032}"/>
              </a:ext>
            </a:extLst>
          </p:cNvPr>
          <p:cNvSpPr/>
          <p:nvPr/>
        </p:nvSpPr>
        <p:spPr>
          <a:xfrm>
            <a:off x="2015490" y="2937398"/>
            <a:ext cx="1577340" cy="114815"/>
          </a:xfrm>
          <a:custGeom>
            <a:avLst/>
            <a:gdLst/>
            <a:ahLst/>
            <a:cxnLst/>
            <a:rect l="0" t="0" r="0" b="0"/>
            <a:pathLst>
              <a:path w="1577340" h="114815">
                <a:moveTo>
                  <a:pt x="0" y="96852"/>
                </a:moveTo>
                <a:lnTo>
                  <a:pt x="37556" y="53533"/>
                </a:lnTo>
                <a:lnTo>
                  <a:pt x="75111" y="47148"/>
                </a:lnTo>
                <a:lnTo>
                  <a:pt x="112667" y="96487"/>
                </a:lnTo>
                <a:lnTo>
                  <a:pt x="150223" y="57444"/>
                </a:lnTo>
                <a:lnTo>
                  <a:pt x="187779" y="102468"/>
                </a:lnTo>
                <a:lnTo>
                  <a:pt x="225334" y="24188"/>
                </a:lnTo>
                <a:lnTo>
                  <a:pt x="262890" y="19602"/>
                </a:lnTo>
                <a:lnTo>
                  <a:pt x="300446" y="26427"/>
                </a:lnTo>
                <a:lnTo>
                  <a:pt x="338001" y="11838"/>
                </a:lnTo>
                <a:lnTo>
                  <a:pt x="375557" y="80989"/>
                </a:lnTo>
                <a:lnTo>
                  <a:pt x="413113" y="19621"/>
                </a:lnTo>
                <a:lnTo>
                  <a:pt x="450669" y="47609"/>
                </a:lnTo>
                <a:lnTo>
                  <a:pt x="488224" y="25247"/>
                </a:lnTo>
                <a:lnTo>
                  <a:pt x="525780" y="38169"/>
                </a:lnTo>
                <a:lnTo>
                  <a:pt x="563336" y="107917"/>
                </a:lnTo>
                <a:lnTo>
                  <a:pt x="600891" y="68738"/>
                </a:lnTo>
                <a:lnTo>
                  <a:pt x="638447" y="111153"/>
                </a:lnTo>
                <a:lnTo>
                  <a:pt x="676003" y="44001"/>
                </a:lnTo>
                <a:lnTo>
                  <a:pt x="713559" y="50999"/>
                </a:lnTo>
                <a:lnTo>
                  <a:pt x="751114" y="74239"/>
                </a:lnTo>
                <a:lnTo>
                  <a:pt x="788670" y="47309"/>
                </a:lnTo>
                <a:lnTo>
                  <a:pt x="826226" y="93539"/>
                </a:lnTo>
                <a:lnTo>
                  <a:pt x="863781" y="9003"/>
                </a:lnTo>
                <a:lnTo>
                  <a:pt x="901337" y="23788"/>
                </a:lnTo>
                <a:lnTo>
                  <a:pt x="938893" y="9734"/>
                </a:lnTo>
                <a:lnTo>
                  <a:pt x="976449" y="18864"/>
                </a:lnTo>
                <a:lnTo>
                  <a:pt x="1014004" y="83508"/>
                </a:lnTo>
                <a:lnTo>
                  <a:pt x="1051560" y="30195"/>
                </a:lnTo>
                <a:lnTo>
                  <a:pt x="1089116" y="71121"/>
                </a:lnTo>
                <a:lnTo>
                  <a:pt x="1126671" y="27169"/>
                </a:lnTo>
                <a:lnTo>
                  <a:pt x="1164227" y="57043"/>
                </a:lnTo>
                <a:lnTo>
                  <a:pt x="1201783" y="104157"/>
                </a:lnTo>
                <a:lnTo>
                  <a:pt x="1239339" y="74520"/>
                </a:lnTo>
                <a:lnTo>
                  <a:pt x="1276894" y="114815"/>
                </a:lnTo>
                <a:lnTo>
                  <a:pt x="1314450" y="31030"/>
                </a:lnTo>
                <a:lnTo>
                  <a:pt x="1352006" y="50320"/>
                </a:lnTo>
                <a:lnTo>
                  <a:pt x="1389561" y="47280"/>
                </a:lnTo>
                <a:lnTo>
                  <a:pt x="1427117" y="40333"/>
                </a:lnTo>
                <a:lnTo>
                  <a:pt x="1464673" y="82180"/>
                </a:lnTo>
                <a:lnTo>
                  <a:pt x="1502229" y="2258"/>
                </a:lnTo>
                <a:lnTo>
                  <a:pt x="1539784" y="32311"/>
                </a:lnTo>
                <a:lnTo>
                  <a:pt x="1577340" y="0"/>
                </a:lnTo>
              </a:path>
            </a:pathLst>
          </a:custGeom>
          <a:noFill/>
          <a:ln w="12049">
            <a:solidFill>
              <a:srgbClr val="1260FA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Equation 5">
                <a:extLst>
                  <a:ext uri="{FF2B5EF4-FFF2-40B4-BE49-F238E27FC236}">
                    <a16:creationId xmlns:a16="http://schemas.microsoft.com/office/drawing/2014/main" id="{54685DF7-E142-EF76-4363-0C5722DCA324}"/>
                  </a:ext>
                </a:extLst>
              </p:cNvPr>
              <p:cNvSpPr txBox="1"/>
              <p:nvPr/>
            </p:nvSpPr>
            <p:spPr>
              <a:xfrm>
                <a:off x="1632109" y="2869882"/>
                <a:ext cx="295751" cy="2738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0" name="Equation 5">
                <a:extLst>
                  <a:ext uri="{FF2B5EF4-FFF2-40B4-BE49-F238E27FC236}">
                    <a16:creationId xmlns:a16="http://schemas.microsoft.com/office/drawing/2014/main" id="{54685DF7-E142-EF76-4363-0C5722DCA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109" y="2869882"/>
                <a:ext cx="295751" cy="273844"/>
              </a:xfrm>
              <a:prstGeom prst="rect">
                <a:avLst/>
              </a:prstGeom>
              <a:blipFill>
                <a:blip r:embed="rId7"/>
                <a:stretch>
                  <a:fillRect l="-29167" r="-6250" b="-2444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Equation 6">
                <a:extLst>
                  <a:ext uri="{FF2B5EF4-FFF2-40B4-BE49-F238E27FC236}">
                    <a16:creationId xmlns:a16="http://schemas.microsoft.com/office/drawing/2014/main" id="{34B8035C-4413-C853-D1EE-453E8025C7AA}"/>
                  </a:ext>
                </a:extLst>
              </p:cNvPr>
              <p:cNvSpPr txBox="1"/>
              <p:nvPr/>
            </p:nvSpPr>
            <p:spPr>
              <a:xfrm>
                <a:off x="1905953" y="3362802"/>
                <a:ext cx="1840230" cy="33956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𝑪</m:t>
                          </m:r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×</m:t>
                          </m:r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𝑳</m:t>
                          </m:r>
                        </m:sup>
                      </m:sSup>
                    </m:oMath>
                  </m:oMathPara>
                </a14:m>
                <a:endParaRPr i="1"/>
              </a:p>
            </p:txBody>
          </p:sp>
        </mc:Choice>
        <mc:Fallback>
          <p:sp>
            <p:nvSpPr>
              <p:cNvPr id="31" name="Equation 6">
                <a:extLst>
                  <a:ext uri="{FF2B5EF4-FFF2-40B4-BE49-F238E27FC236}">
                    <a16:creationId xmlns:a16="http://schemas.microsoft.com/office/drawing/2014/main" id="{34B8035C-4413-C853-D1EE-453E8025C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953" y="3362802"/>
                <a:ext cx="1840230" cy="339566"/>
              </a:xfrm>
              <a:prstGeom prst="rect">
                <a:avLst/>
              </a:prstGeom>
              <a:blipFill>
                <a:blip r:embed="rId8"/>
                <a:stretch>
                  <a:fillRect t="-1818" b="-1818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bject 21">
            <a:extLst>
              <a:ext uri="{FF2B5EF4-FFF2-40B4-BE49-F238E27FC236}">
                <a16:creationId xmlns:a16="http://schemas.microsoft.com/office/drawing/2014/main" id="{DED73DA8-3493-8871-299C-D60000615C47}"/>
              </a:ext>
            </a:extLst>
          </p:cNvPr>
          <p:cNvSpPr/>
          <p:nvPr/>
        </p:nvSpPr>
        <p:spPr>
          <a:xfrm>
            <a:off x="3921443" y="1117283"/>
            <a:ext cx="2190750" cy="26508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4A737E4E-71F4-8BBB-C18F-E4672D2D4B0E}"/>
              </a:ext>
            </a:extLst>
          </p:cNvPr>
          <p:cNvSpPr/>
          <p:nvPr/>
        </p:nvSpPr>
        <p:spPr>
          <a:xfrm>
            <a:off x="3932396" y="1128236"/>
            <a:ext cx="2168843" cy="339566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Object 23">
            <a:extLst>
              <a:ext uri="{FF2B5EF4-FFF2-40B4-BE49-F238E27FC236}">
                <a16:creationId xmlns:a16="http://schemas.microsoft.com/office/drawing/2014/main" id="{EFFBE971-119E-2A55-F30B-44DA42120497}"/>
              </a:ext>
            </a:extLst>
          </p:cNvPr>
          <p:cNvSpPr txBox="1"/>
          <p:nvPr/>
        </p:nvSpPr>
        <p:spPr>
          <a:xfrm>
            <a:off x="3954303" y="1122543"/>
            <a:ext cx="2125028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Incomplete Context</a:t>
            </a:r>
          </a:p>
        </p:txBody>
      </p:sp>
      <p:sp>
        <p:nvSpPr>
          <p:cNvPr id="35" name="Editable Curve 24">
            <a:extLst>
              <a:ext uri="{FF2B5EF4-FFF2-40B4-BE49-F238E27FC236}">
                <a16:creationId xmlns:a16="http://schemas.microsoft.com/office/drawing/2014/main" id="{1D3E2EAB-C219-6A21-5FC0-4B7D0489A516}"/>
              </a:ext>
            </a:extLst>
          </p:cNvPr>
          <p:cNvSpPr/>
          <p:nvPr/>
        </p:nvSpPr>
        <p:spPr>
          <a:xfrm>
            <a:off x="4436269" y="2815114"/>
            <a:ext cx="1522571" cy="110"/>
          </a:xfrm>
          <a:custGeom>
            <a:avLst/>
            <a:gdLst/>
            <a:ahLst/>
            <a:cxnLst/>
            <a:rect l="0" t="0" r="0" b="0"/>
            <a:pathLst>
              <a:path w="1522571" h="110">
                <a:moveTo>
                  <a:pt x="0" y="0"/>
                </a:moveTo>
                <a:lnTo>
                  <a:pt x="1522571" y="0"/>
                </a:lnTo>
              </a:path>
            </a:pathLst>
          </a:custGeom>
          <a:noFill/>
          <a:ln w="10954">
            <a:solidFill>
              <a:srgbClr val="001869"/>
            </a:solidFill>
          </a:ln>
        </p:spPr>
      </p:sp>
      <p:sp>
        <p:nvSpPr>
          <p:cNvPr id="36" name="Editable Curve 25">
            <a:extLst>
              <a:ext uri="{FF2B5EF4-FFF2-40B4-BE49-F238E27FC236}">
                <a16:creationId xmlns:a16="http://schemas.microsoft.com/office/drawing/2014/main" id="{9F7855A5-10A8-0729-C043-9EED99715B4C}"/>
              </a:ext>
            </a:extLst>
          </p:cNvPr>
          <p:cNvSpPr/>
          <p:nvPr/>
        </p:nvSpPr>
        <p:spPr>
          <a:xfrm>
            <a:off x="4436269" y="1566386"/>
            <a:ext cx="110" cy="1248728"/>
          </a:xfrm>
          <a:custGeom>
            <a:avLst/>
            <a:gdLst/>
            <a:ahLst/>
            <a:cxnLst/>
            <a:rect l="0" t="0" r="0" b="0"/>
            <a:pathLst>
              <a:path w="110" h="1248728">
                <a:moveTo>
                  <a:pt x="0" y="1248728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001869"/>
            </a:solidFill>
          </a:ln>
        </p:spPr>
      </p:sp>
      <p:sp>
        <p:nvSpPr>
          <p:cNvPr id="37" name="Object 26">
            <a:extLst>
              <a:ext uri="{FF2B5EF4-FFF2-40B4-BE49-F238E27FC236}">
                <a16:creationId xmlns:a16="http://schemas.microsoft.com/office/drawing/2014/main" id="{46856CE6-AF4D-0092-ACFE-802ADC70DE4B}"/>
              </a:ext>
            </a:extLst>
          </p:cNvPr>
          <p:cNvSpPr/>
          <p:nvPr/>
        </p:nvSpPr>
        <p:spPr>
          <a:xfrm rot="5400000">
            <a:off x="5936933" y="2782252"/>
            <a:ext cx="76676" cy="65723"/>
          </a:xfrm>
          <a:prstGeom prst="triangle">
            <a:avLst/>
          </a:prstGeom>
          <a:solidFill>
            <a:srgbClr val="001869"/>
          </a:solidFill>
          <a:ln w="0">
            <a:noFill/>
          </a:ln>
        </p:spPr>
      </p:sp>
      <p:sp>
        <p:nvSpPr>
          <p:cNvPr id="38" name="Object 27">
            <a:extLst>
              <a:ext uri="{FF2B5EF4-FFF2-40B4-BE49-F238E27FC236}">
                <a16:creationId xmlns:a16="http://schemas.microsoft.com/office/drawing/2014/main" id="{6E8472D3-391D-03B0-4404-3F6AAE903679}"/>
              </a:ext>
            </a:extLst>
          </p:cNvPr>
          <p:cNvSpPr/>
          <p:nvPr/>
        </p:nvSpPr>
        <p:spPr>
          <a:xfrm>
            <a:off x="4403408" y="1533525"/>
            <a:ext cx="65723" cy="76676"/>
          </a:xfrm>
          <a:prstGeom prst="triangle">
            <a:avLst/>
          </a:prstGeom>
          <a:solidFill>
            <a:srgbClr val="001869"/>
          </a:solidFill>
          <a:ln w="0"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Equation 7">
                <a:extLst>
                  <a:ext uri="{FF2B5EF4-FFF2-40B4-BE49-F238E27FC236}">
                    <a16:creationId xmlns:a16="http://schemas.microsoft.com/office/drawing/2014/main" id="{A5CEEC65-A97D-1AE7-F9CA-75004C3E7BAB}"/>
                  </a:ext>
                </a:extLst>
              </p:cNvPr>
              <p:cNvSpPr txBox="1"/>
              <p:nvPr/>
            </p:nvSpPr>
            <p:spPr>
              <a:xfrm>
                <a:off x="5816441" y="2826068"/>
                <a:ext cx="219075" cy="23002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𝒕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9" name="Equation 7">
                <a:extLst>
                  <a:ext uri="{FF2B5EF4-FFF2-40B4-BE49-F238E27FC236}">
                    <a16:creationId xmlns:a16="http://schemas.microsoft.com/office/drawing/2014/main" id="{A5CEEC65-A97D-1AE7-F9CA-75004C3E7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441" y="2826068"/>
                <a:ext cx="219075" cy="230029"/>
              </a:xfrm>
              <a:prstGeom prst="rect">
                <a:avLst/>
              </a:prstGeom>
              <a:blipFill>
                <a:blip r:embed="rId9"/>
                <a:stretch>
                  <a:fillRect l="-25000" t="-2703" b="-2432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Editable Curve 28">
            <a:extLst>
              <a:ext uri="{FF2B5EF4-FFF2-40B4-BE49-F238E27FC236}">
                <a16:creationId xmlns:a16="http://schemas.microsoft.com/office/drawing/2014/main" id="{F3195FF2-38DC-C5D2-7662-42AE569E16E4}"/>
              </a:ext>
            </a:extLst>
          </p:cNvPr>
          <p:cNvSpPr/>
          <p:nvPr/>
        </p:nvSpPr>
        <p:spPr>
          <a:xfrm>
            <a:off x="4480084" y="1638714"/>
            <a:ext cx="576376" cy="109928"/>
          </a:xfrm>
          <a:custGeom>
            <a:avLst/>
            <a:gdLst/>
            <a:ahLst/>
            <a:cxnLst/>
            <a:rect l="0" t="0" r="0" b="0"/>
            <a:pathLst>
              <a:path w="576376" h="109928">
                <a:moveTo>
                  <a:pt x="0" y="105204"/>
                </a:moveTo>
                <a:lnTo>
                  <a:pt x="33904" y="91093"/>
                </a:lnTo>
                <a:lnTo>
                  <a:pt x="67809" y="100382"/>
                </a:lnTo>
                <a:lnTo>
                  <a:pt x="101713" y="92429"/>
                </a:lnTo>
                <a:lnTo>
                  <a:pt x="135618" y="23513"/>
                </a:lnTo>
                <a:lnTo>
                  <a:pt x="169522" y="75906"/>
                </a:lnTo>
                <a:lnTo>
                  <a:pt x="203427" y="35754"/>
                </a:lnTo>
                <a:lnTo>
                  <a:pt x="237331" y="78505"/>
                </a:lnTo>
                <a:lnTo>
                  <a:pt x="271236" y="53895"/>
                </a:lnTo>
                <a:lnTo>
                  <a:pt x="305140" y="5831"/>
                </a:lnTo>
                <a:lnTo>
                  <a:pt x="339045" y="39237"/>
                </a:lnTo>
                <a:lnTo>
                  <a:pt x="372949" y="0"/>
                </a:lnTo>
                <a:lnTo>
                  <a:pt x="406854" y="84274"/>
                </a:lnTo>
                <a:lnTo>
                  <a:pt x="440758" y="68960"/>
                </a:lnTo>
                <a:lnTo>
                  <a:pt x="474662" y="69253"/>
                </a:lnTo>
                <a:lnTo>
                  <a:pt x="508567" y="78138"/>
                </a:lnTo>
                <a:lnTo>
                  <a:pt x="542471" y="32136"/>
                </a:lnTo>
                <a:lnTo>
                  <a:pt x="576376" y="109928"/>
                </a:lnTo>
              </a:path>
            </a:pathLst>
          </a:custGeom>
          <a:noFill/>
          <a:ln w="10954">
            <a:solidFill>
              <a:srgbClr val="1260FA"/>
            </a:solidFill>
          </a:ln>
        </p:spPr>
      </p:sp>
      <p:sp>
        <p:nvSpPr>
          <p:cNvPr id="41" name="Editable Curve 29">
            <a:extLst>
              <a:ext uri="{FF2B5EF4-FFF2-40B4-BE49-F238E27FC236}">
                <a16:creationId xmlns:a16="http://schemas.microsoft.com/office/drawing/2014/main" id="{641FBD6E-FE39-4107-72B0-7DDB7E5689FE}"/>
              </a:ext>
            </a:extLst>
          </p:cNvPr>
          <p:cNvSpPr/>
          <p:nvPr/>
        </p:nvSpPr>
        <p:spPr>
          <a:xfrm>
            <a:off x="5293791" y="1644804"/>
            <a:ext cx="610280" cy="101752"/>
          </a:xfrm>
          <a:custGeom>
            <a:avLst/>
            <a:gdLst/>
            <a:ahLst/>
            <a:cxnLst/>
            <a:rect l="0" t="0" r="0" b="0"/>
            <a:pathLst>
              <a:path w="610280" h="101752">
                <a:moveTo>
                  <a:pt x="0" y="73113"/>
                </a:moveTo>
                <a:lnTo>
                  <a:pt x="33904" y="35843"/>
                </a:lnTo>
                <a:lnTo>
                  <a:pt x="67809" y="15045"/>
                </a:lnTo>
                <a:lnTo>
                  <a:pt x="101713" y="33732"/>
                </a:lnTo>
                <a:lnTo>
                  <a:pt x="135618" y="2076"/>
                </a:lnTo>
                <a:lnTo>
                  <a:pt x="169522" y="93011"/>
                </a:lnTo>
                <a:lnTo>
                  <a:pt x="203427" y="66234"/>
                </a:lnTo>
                <a:lnTo>
                  <a:pt x="237331" y="88542"/>
                </a:lnTo>
                <a:lnTo>
                  <a:pt x="271236" y="71844"/>
                </a:lnTo>
                <a:lnTo>
                  <a:pt x="305140" y="33590"/>
                </a:lnTo>
                <a:lnTo>
                  <a:pt x="339045" y="97750"/>
                </a:lnTo>
                <a:lnTo>
                  <a:pt x="372949" y="57917"/>
                </a:lnTo>
                <a:lnTo>
                  <a:pt x="406854" y="101752"/>
                </a:lnTo>
                <a:lnTo>
                  <a:pt x="440758" y="48624"/>
                </a:lnTo>
                <a:lnTo>
                  <a:pt x="474662" y="12122"/>
                </a:lnTo>
                <a:lnTo>
                  <a:pt x="508567" y="35948"/>
                </a:lnTo>
                <a:lnTo>
                  <a:pt x="542471" y="0"/>
                </a:lnTo>
                <a:lnTo>
                  <a:pt x="576376" y="76220"/>
                </a:lnTo>
                <a:lnTo>
                  <a:pt x="610280" y="31302"/>
                </a:lnTo>
              </a:path>
            </a:pathLst>
          </a:custGeom>
          <a:noFill/>
          <a:ln w="10954">
            <a:solidFill>
              <a:srgbClr val="1260FA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Equation 8">
                <a:extLst>
                  <a:ext uri="{FF2B5EF4-FFF2-40B4-BE49-F238E27FC236}">
                    <a16:creationId xmlns:a16="http://schemas.microsoft.com/office/drawing/2014/main" id="{6318344C-3981-75F2-8150-077DEC2E9EA7}"/>
                  </a:ext>
                </a:extLst>
              </p:cNvPr>
              <p:cNvSpPr txBox="1"/>
              <p:nvPr/>
            </p:nvSpPr>
            <p:spPr>
              <a:xfrm>
                <a:off x="4096702" y="1577340"/>
                <a:ext cx="295751" cy="2738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2" name="Equation 8">
                <a:extLst>
                  <a:ext uri="{FF2B5EF4-FFF2-40B4-BE49-F238E27FC236}">
                    <a16:creationId xmlns:a16="http://schemas.microsoft.com/office/drawing/2014/main" id="{6318344C-3981-75F2-8150-077DEC2E9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702" y="1577340"/>
                <a:ext cx="295751" cy="273844"/>
              </a:xfrm>
              <a:prstGeom prst="rect">
                <a:avLst/>
              </a:prstGeom>
              <a:blipFill>
                <a:blip r:embed="rId10"/>
                <a:stretch>
                  <a:fillRect l="-28571" r="-2041" b="-2444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Editable Curve 30">
            <a:extLst>
              <a:ext uri="{FF2B5EF4-FFF2-40B4-BE49-F238E27FC236}">
                <a16:creationId xmlns:a16="http://schemas.microsoft.com/office/drawing/2014/main" id="{769BE589-157E-948D-99A1-2AA582A91C1D}"/>
              </a:ext>
            </a:extLst>
          </p:cNvPr>
          <p:cNvSpPr/>
          <p:nvPr/>
        </p:nvSpPr>
        <p:spPr>
          <a:xfrm>
            <a:off x="4480084" y="2132270"/>
            <a:ext cx="576376" cy="109288"/>
          </a:xfrm>
          <a:custGeom>
            <a:avLst/>
            <a:gdLst/>
            <a:ahLst/>
            <a:cxnLst/>
            <a:rect l="0" t="0" r="0" b="0"/>
            <a:pathLst>
              <a:path w="576376" h="109288">
                <a:moveTo>
                  <a:pt x="0" y="103210"/>
                </a:moveTo>
                <a:lnTo>
                  <a:pt x="33904" y="84724"/>
                </a:lnTo>
                <a:lnTo>
                  <a:pt x="67809" y="109288"/>
                </a:lnTo>
                <a:lnTo>
                  <a:pt x="101713" y="28604"/>
                </a:lnTo>
                <a:lnTo>
                  <a:pt x="135618" y="76366"/>
                </a:lnTo>
                <a:lnTo>
                  <a:pt x="169522" y="57064"/>
                </a:lnTo>
                <a:lnTo>
                  <a:pt x="203427" y="68734"/>
                </a:lnTo>
                <a:lnTo>
                  <a:pt x="237331" y="77842"/>
                </a:lnTo>
                <a:lnTo>
                  <a:pt x="271236" y="0"/>
                </a:lnTo>
                <a:lnTo>
                  <a:pt x="305140" y="39451"/>
                </a:lnTo>
                <a:lnTo>
                  <a:pt x="339045" y="241"/>
                </a:lnTo>
                <a:lnTo>
                  <a:pt x="372949" y="59284"/>
                </a:lnTo>
                <a:lnTo>
                  <a:pt x="406854" y="76691"/>
                </a:lnTo>
                <a:lnTo>
                  <a:pt x="440758" y="44943"/>
                </a:lnTo>
                <a:lnTo>
                  <a:pt x="474662" y="80154"/>
                </a:lnTo>
                <a:lnTo>
                  <a:pt x="508567" y="24020"/>
                </a:lnTo>
                <a:lnTo>
                  <a:pt x="542471" y="96192"/>
                </a:lnTo>
                <a:lnTo>
                  <a:pt x="576376" y="93720"/>
                </a:lnTo>
              </a:path>
            </a:pathLst>
          </a:custGeom>
          <a:noFill/>
          <a:ln w="10954">
            <a:solidFill>
              <a:srgbClr val="1260FA"/>
            </a:solidFill>
          </a:ln>
        </p:spPr>
      </p:sp>
      <p:sp>
        <p:nvSpPr>
          <p:cNvPr id="44" name="Editable Curve 31">
            <a:extLst>
              <a:ext uri="{FF2B5EF4-FFF2-40B4-BE49-F238E27FC236}">
                <a16:creationId xmlns:a16="http://schemas.microsoft.com/office/drawing/2014/main" id="{2B75DC81-8F18-8027-92E8-715F59B74B8B}"/>
              </a:ext>
            </a:extLst>
          </p:cNvPr>
          <p:cNvSpPr/>
          <p:nvPr/>
        </p:nvSpPr>
        <p:spPr>
          <a:xfrm>
            <a:off x="5293791" y="2130474"/>
            <a:ext cx="610280" cy="103659"/>
          </a:xfrm>
          <a:custGeom>
            <a:avLst/>
            <a:gdLst/>
            <a:ahLst/>
            <a:cxnLst/>
            <a:rect l="0" t="0" r="0" b="0"/>
            <a:pathLst>
              <a:path w="610280" h="103659">
                <a:moveTo>
                  <a:pt x="0" y="64353"/>
                </a:moveTo>
                <a:lnTo>
                  <a:pt x="33904" y="7425"/>
                </a:lnTo>
                <a:lnTo>
                  <a:pt x="67809" y="43927"/>
                </a:lnTo>
                <a:lnTo>
                  <a:pt x="101713" y="0"/>
                </a:lnTo>
                <a:lnTo>
                  <a:pt x="135618" y="78507"/>
                </a:lnTo>
                <a:lnTo>
                  <a:pt x="169522" y="79614"/>
                </a:lnTo>
                <a:lnTo>
                  <a:pt x="203427" y="72023"/>
                </a:lnTo>
                <a:lnTo>
                  <a:pt x="237331" y="90457"/>
                </a:lnTo>
                <a:lnTo>
                  <a:pt x="271236" y="31767"/>
                </a:lnTo>
                <a:lnTo>
                  <a:pt x="305140" y="103659"/>
                </a:lnTo>
                <a:lnTo>
                  <a:pt x="339045" y="80138"/>
                </a:lnTo>
                <a:lnTo>
                  <a:pt x="372949" y="102073"/>
                </a:lnTo>
                <a:lnTo>
                  <a:pt x="406854" y="85708"/>
                </a:lnTo>
                <a:lnTo>
                  <a:pt x="440758" y="16294"/>
                </a:lnTo>
                <a:lnTo>
                  <a:pt x="474662" y="56570"/>
                </a:lnTo>
                <a:lnTo>
                  <a:pt x="508567" y="12188"/>
                </a:lnTo>
                <a:lnTo>
                  <a:pt x="542471" y="71980"/>
                </a:lnTo>
                <a:lnTo>
                  <a:pt x="576376" y="53311"/>
                </a:lnTo>
                <a:lnTo>
                  <a:pt x="610280" y="23091"/>
                </a:lnTo>
              </a:path>
            </a:pathLst>
          </a:custGeom>
          <a:noFill/>
          <a:ln w="10954">
            <a:solidFill>
              <a:srgbClr val="1260FA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uation 9">
                <a:extLst>
                  <a:ext uri="{FF2B5EF4-FFF2-40B4-BE49-F238E27FC236}">
                    <a16:creationId xmlns:a16="http://schemas.microsoft.com/office/drawing/2014/main" id="{76125E8A-5057-AF91-BA1E-7B9232F0ACE1}"/>
                  </a:ext>
                </a:extLst>
              </p:cNvPr>
              <p:cNvSpPr txBox="1"/>
              <p:nvPr/>
            </p:nvSpPr>
            <p:spPr>
              <a:xfrm>
                <a:off x="4096702" y="2070259"/>
                <a:ext cx="295751" cy="2738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5" name="Equation 9">
                <a:extLst>
                  <a:ext uri="{FF2B5EF4-FFF2-40B4-BE49-F238E27FC236}">
                    <a16:creationId xmlns:a16="http://schemas.microsoft.com/office/drawing/2014/main" id="{76125E8A-5057-AF91-BA1E-7B9232F0A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702" y="2070259"/>
                <a:ext cx="295751" cy="273844"/>
              </a:xfrm>
              <a:prstGeom prst="rect">
                <a:avLst/>
              </a:prstGeom>
              <a:blipFill>
                <a:blip r:embed="rId11"/>
                <a:stretch>
                  <a:fillRect l="-28571" r="-2041" b="-2444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Editable Curve 32">
            <a:extLst>
              <a:ext uri="{FF2B5EF4-FFF2-40B4-BE49-F238E27FC236}">
                <a16:creationId xmlns:a16="http://schemas.microsoft.com/office/drawing/2014/main" id="{A37ABF2E-982B-EBEF-C2C9-F79BCE12A15B}"/>
              </a:ext>
            </a:extLst>
          </p:cNvPr>
          <p:cNvSpPr/>
          <p:nvPr/>
        </p:nvSpPr>
        <p:spPr>
          <a:xfrm>
            <a:off x="4480084" y="2626972"/>
            <a:ext cx="1423988" cy="114038"/>
          </a:xfrm>
          <a:custGeom>
            <a:avLst/>
            <a:gdLst/>
            <a:ahLst/>
            <a:cxnLst/>
            <a:rect l="0" t="0" r="0" b="0"/>
            <a:pathLst>
              <a:path w="1423988" h="114038">
                <a:moveTo>
                  <a:pt x="0" y="70453"/>
                </a:moveTo>
                <a:lnTo>
                  <a:pt x="33904" y="111180"/>
                </a:lnTo>
                <a:lnTo>
                  <a:pt x="67809" y="40066"/>
                </a:lnTo>
                <a:lnTo>
                  <a:pt x="101713" y="65628"/>
                </a:lnTo>
                <a:lnTo>
                  <a:pt x="135618" y="80196"/>
                </a:lnTo>
                <a:lnTo>
                  <a:pt x="169522" y="60622"/>
                </a:lnTo>
                <a:lnTo>
                  <a:pt x="203427" y="95882"/>
                </a:lnTo>
                <a:lnTo>
                  <a:pt x="237331" y="6707"/>
                </a:lnTo>
                <a:lnTo>
                  <a:pt x="271236" y="32275"/>
                </a:lnTo>
                <a:lnTo>
                  <a:pt x="305140" y="11114"/>
                </a:lnTo>
                <a:lnTo>
                  <a:pt x="339045" y="33014"/>
                </a:lnTo>
                <a:lnTo>
                  <a:pt x="372949" y="82386"/>
                </a:lnTo>
                <a:lnTo>
                  <a:pt x="406854" y="27147"/>
                </a:lnTo>
                <a:lnTo>
                  <a:pt x="440758" y="69650"/>
                </a:lnTo>
                <a:lnTo>
                  <a:pt x="474662" y="22675"/>
                </a:lnTo>
                <a:lnTo>
                  <a:pt x="508567" y="70308"/>
                </a:lnTo>
                <a:lnTo>
                  <a:pt x="542471" y="105552"/>
                </a:lnTo>
                <a:lnTo>
                  <a:pt x="576376" y="80880"/>
                </a:lnTo>
                <a:lnTo>
                  <a:pt x="610280" y="114038"/>
                </a:lnTo>
                <a:lnTo>
                  <a:pt x="644185" y="29676"/>
                </a:lnTo>
                <a:lnTo>
                  <a:pt x="678089" y="64179"/>
                </a:lnTo>
                <a:lnTo>
                  <a:pt x="711994" y="53035"/>
                </a:lnTo>
                <a:lnTo>
                  <a:pt x="745898" y="55773"/>
                </a:lnTo>
                <a:lnTo>
                  <a:pt x="779803" y="82039"/>
                </a:lnTo>
                <a:lnTo>
                  <a:pt x="813707" y="1126"/>
                </a:lnTo>
                <a:lnTo>
                  <a:pt x="847612" y="36668"/>
                </a:lnTo>
                <a:lnTo>
                  <a:pt x="881516" y="0"/>
                </a:lnTo>
                <a:lnTo>
                  <a:pt x="915421" y="47793"/>
                </a:lnTo>
                <a:lnTo>
                  <a:pt x="949325" y="83400"/>
                </a:lnTo>
                <a:lnTo>
                  <a:pt x="983229" y="46854"/>
                </a:lnTo>
                <a:lnTo>
                  <a:pt x="1017134" y="86975"/>
                </a:lnTo>
                <a:lnTo>
                  <a:pt x="1051038" y="26175"/>
                </a:lnTo>
                <a:lnTo>
                  <a:pt x="1084943" y="85057"/>
                </a:lnTo>
                <a:lnTo>
                  <a:pt x="1118847" y="94142"/>
                </a:lnTo>
                <a:lnTo>
                  <a:pt x="1152752" y="87668"/>
                </a:lnTo>
                <a:lnTo>
                  <a:pt x="1186656" y="106263"/>
                </a:lnTo>
                <a:lnTo>
                  <a:pt x="1220561" y="18923"/>
                </a:lnTo>
                <a:lnTo>
                  <a:pt x="1254465" y="57821"/>
                </a:lnTo>
                <a:lnTo>
                  <a:pt x="1288370" y="26253"/>
                </a:lnTo>
                <a:lnTo>
                  <a:pt x="1322274" y="54642"/>
                </a:lnTo>
                <a:lnTo>
                  <a:pt x="1356179" y="68823"/>
                </a:lnTo>
                <a:lnTo>
                  <a:pt x="1390083" y="6052"/>
                </a:lnTo>
                <a:lnTo>
                  <a:pt x="1423988" y="44145"/>
                </a:lnTo>
              </a:path>
            </a:pathLst>
          </a:custGeom>
          <a:noFill/>
          <a:ln w="12049">
            <a:solidFill>
              <a:srgbClr val="1260FA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Equation 10">
                <a:extLst>
                  <a:ext uri="{FF2B5EF4-FFF2-40B4-BE49-F238E27FC236}">
                    <a16:creationId xmlns:a16="http://schemas.microsoft.com/office/drawing/2014/main" id="{E759800E-CCF1-DB59-278E-F3ABD36C2AC1}"/>
                  </a:ext>
                </a:extLst>
              </p:cNvPr>
              <p:cNvSpPr txBox="1"/>
              <p:nvPr/>
            </p:nvSpPr>
            <p:spPr>
              <a:xfrm>
                <a:off x="4096702" y="2563177"/>
                <a:ext cx="295751" cy="2738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7" name="Equation 10">
                <a:extLst>
                  <a:ext uri="{FF2B5EF4-FFF2-40B4-BE49-F238E27FC236}">
                    <a16:creationId xmlns:a16="http://schemas.microsoft.com/office/drawing/2014/main" id="{E759800E-CCF1-DB59-278E-F3ABD36C2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702" y="2563177"/>
                <a:ext cx="295751" cy="273844"/>
              </a:xfrm>
              <a:prstGeom prst="rect">
                <a:avLst/>
              </a:prstGeom>
              <a:blipFill>
                <a:blip r:embed="rId12"/>
                <a:stretch>
                  <a:fillRect l="-28571" r="-4082" b="-2444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9" name="组合 338">
            <a:extLst>
              <a:ext uri="{FF2B5EF4-FFF2-40B4-BE49-F238E27FC236}">
                <a16:creationId xmlns:a16="http://schemas.microsoft.com/office/drawing/2014/main" id="{A5BB8413-CDD8-B89A-3670-74FCADE24122}"/>
              </a:ext>
            </a:extLst>
          </p:cNvPr>
          <p:cNvGrpSpPr/>
          <p:nvPr/>
        </p:nvGrpSpPr>
        <p:grpSpPr>
          <a:xfrm>
            <a:off x="4228148" y="3132773"/>
            <a:ext cx="1632108" cy="153352"/>
            <a:chOff x="4228148" y="3132773"/>
            <a:chExt cx="1632108" cy="153352"/>
          </a:xfrm>
        </p:grpSpPr>
        <p:sp>
          <p:nvSpPr>
            <p:cNvPr id="48" name="Object 33">
              <a:extLst>
                <a:ext uri="{FF2B5EF4-FFF2-40B4-BE49-F238E27FC236}">
                  <a16:creationId xmlns:a16="http://schemas.microsoft.com/office/drawing/2014/main" id="{4D73B483-2CC3-51F5-5893-00EE47F523CB}"/>
                </a:ext>
              </a:extLst>
            </p:cNvPr>
            <p:cNvSpPr/>
            <p:nvPr/>
          </p:nvSpPr>
          <p:spPr>
            <a:xfrm>
              <a:off x="4228148" y="3132773"/>
              <a:ext cx="153352" cy="153352"/>
            </a:xfrm>
            <a:prstGeom prst="rect">
              <a:avLst/>
            </a:prstGeom>
            <a:solidFill>
              <a:srgbClr val="C7E6F3"/>
            </a:solidFill>
            <a:ln w="0">
              <a:noFill/>
            </a:ln>
          </p:spPr>
        </p:sp>
        <p:sp>
          <p:nvSpPr>
            <p:cNvPr id="49" name="Object 34">
              <a:extLst>
                <a:ext uri="{FF2B5EF4-FFF2-40B4-BE49-F238E27FC236}">
                  <a16:creationId xmlns:a16="http://schemas.microsoft.com/office/drawing/2014/main" id="{B67BFBBB-BA46-5095-CA0E-9A58D8B1AD9E}"/>
                </a:ext>
              </a:extLst>
            </p:cNvPr>
            <p:cNvSpPr/>
            <p:nvPr/>
          </p:nvSpPr>
          <p:spPr>
            <a:xfrm>
              <a:off x="4392454" y="3132773"/>
              <a:ext cx="153352" cy="153352"/>
            </a:xfrm>
            <a:prstGeom prst="rect">
              <a:avLst/>
            </a:prstGeom>
            <a:solidFill>
              <a:srgbClr val="235B93"/>
            </a:solidFill>
            <a:ln w="0">
              <a:noFill/>
            </a:ln>
          </p:spPr>
        </p:sp>
        <p:sp>
          <p:nvSpPr>
            <p:cNvPr id="50" name="Object 35">
              <a:extLst>
                <a:ext uri="{FF2B5EF4-FFF2-40B4-BE49-F238E27FC236}">
                  <a16:creationId xmlns:a16="http://schemas.microsoft.com/office/drawing/2014/main" id="{D9BCD9F1-FFF4-7B0B-0B27-D02D39983F46}"/>
                </a:ext>
              </a:extLst>
            </p:cNvPr>
            <p:cNvSpPr/>
            <p:nvPr/>
          </p:nvSpPr>
          <p:spPr>
            <a:xfrm>
              <a:off x="4556760" y="3132773"/>
              <a:ext cx="153352" cy="153352"/>
            </a:xfrm>
            <a:prstGeom prst="rect">
              <a:avLst/>
            </a:prstGeom>
            <a:solidFill>
              <a:srgbClr val="C7E6F3"/>
            </a:solidFill>
            <a:ln w="0">
              <a:noFill/>
            </a:ln>
          </p:spPr>
        </p:sp>
        <p:sp>
          <p:nvSpPr>
            <p:cNvPr id="51" name="Object 36">
              <a:extLst>
                <a:ext uri="{FF2B5EF4-FFF2-40B4-BE49-F238E27FC236}">
                  <a16:creationId xmlns:a16="http://schemas.microsoft.com/office/drawing/2014/main" id="{178F29F0-D2BD-9552-B440-B36C9AC1BF3A}"/>
                </a:ext>
              </a:extLst>
            </p:cNvPr>
            <p:cNvSpPr/>
            <p:nvPr/>
          </p:nvSpPr>
          <p:spPr>
            <a:xfrm>
              <a:off x="4721066" y="3132773"/>
              <a:ext cx="153352" cy="153352"/>
            </a:xfrm>
            <a:prstGeom prst="rect">
              <a:avLst/>
            </a:prstGeom>
            <a:solidFill>
              <a:srgbClr val="C7E6F3"/>
            </a:solidFill>
            <a:ln w="0">
              <a:noFill/>
            </a:ln>
          </p:spPr>
        </p:sp>
        <p:sp>
          <p:nvSpPr>
            <p:cNvPr id="52" name="Object 37">
              <a:extLst>
                <a:ext uri="{FF2B5EF4-FFF2-40B4-BE49-F238E27FC236}">
                  <a16:creationId xmlns:a16="http://schemas.microsoft.com/office/drawing/2014/main" id="{5C482F9F-488A-AD05-7A0C-5492428FCE77}"/>
                </a:ext>
              </a:extLst>
            </p:cNvPr>
            <p:cNvSpPr/>
            <p:nvPr/>
          </p:nvSpPr>
          <p:spPr>
            <a:xfrm>
              <a:off x="4885373" y="3132773"/>
              <a:ext cx="153352" cy="153352"/>
            </a:xfrm>
            <a:prstGeom prst="rect">
              <a:avLst/>
            </a:prstGeom>
            <a:solidFill>
              <a:srgbClr val="C7E6F3"/>
            </a:solidFill>
            <a:ln w="0">
              <a:noFill/>
            </a:ln>
          </p:spPr>
        </p:sp>
        <p:sp>
          <p:nvSpPr>
            <p:cNvPr id="53" name="Object 38">
              <a:extLst>
                <a:ext uri="{FF2B5EF4-FFF2-40B4-BE49-F238E27FC236}">
                  <a16:creationId xmlns:a16="http://schemas.microsoft.com/office/drawing/2014/main" id="{CE30451E-2524-B373-599A-3D5B8D75B9D8}"/>
                </a:ext>
              </a:extLst>
            </p:cNvPr>
            <p:cNvSpPr/>
            <p:nvPr/>
          </p:nvSpPr>
          <p:spPr>
            <a:xfrm>
              <a:off x="5049679" y="3132773"/>
              <a:ext cx="153352" cy="153352"/>
            </a:xfrm>
            <a:prstGeom prst="rect">
              <a:avLst/>
            </a:prstGeom>
            <a:solidFill>
              <a:srgbClr val="235B93"/>
            </a:solidFill>
            <a:ln w="0">
              <a:noFill/>
            </a:ln>
          </p:spPr>
        </p:sp>
        <p:sp>
          <p:nvSpPr>
            <p:cNvPr id="54" name="Object 39">
              <a:extLst>
                <a:ext uri="{FF2B5EF4-FFF2-40B4-BE49-F238E27FC236}">
                  <a16:creationId xmlns:a16="http://schemas.microsoft.com/office/drawing/2014/main" id="{69E81AFE-8817-D366-7CEC-7C18E28592DA}"/>
                </a:ext>
              </a:extLst>
            </p:cNvPr>
            <p:cNvSpPr/>
            <p:nvPr/>
          </p:nvSpPr>
          <p:spPr>
            <a:xfrm>
              <a:off x="5213985" y="3132773"/>
              <a:ext cx="153352" cy="153352"/>
            </a:xfrm>
            <a:prstGeom prst="rect">
              <a:avLst/>
            </a:prstGeom>
            <a:solidFill>
              <a:srgbClr val="C7E6F3"/>
            </a:solidFill>
            <a:ln w="0">
              <a:noFill/>
            </a:ln>
          </p:spPr>
        </p:sp>
        <p:sp>
          <p:nvSpPr>
            <p:cNvPr id="55" name="Object 40">
              <a:extLst>
                <a:ext uri="{FF2B5EF4-FFF2-40B4-BE49-F238E27FC236}">
                  <a16:creationId xmlns:a16="http://schemas.microsoft.com/office/drawing/2014/main" id="{3779F28D-9A95-9EAD-8780-F4D68410D354}"/>
                </a:ext>
              </a:extLst>
            </p:cNvPr>
            <p:cNvSpPr/>
            <p:nvPr/>
          </p:nvSpPr>
          <p:spPr>
            <a:xfrm>
              <a:off x="5378291" y="3132773"/>
              <a:ext cx="153352" cy="153352"/>
            </a:xfrm>
            <a:prstGeom prst="rect">
              <a:avLst/>
            </a:prstGeom>
            <a:solidFill>
              <a:srgbClr val="C7E6F3"/>
            </a:solidFill>
            <a:ln w="0">
              <a:noFill/>
            </a:ln>
          </p:spPr>
        </p:sp>
        <p:sp>
          <p:nvSpPr>
            <p:cNvPr id="56" name="Object 41">
              <a:extLst>
                <a:ext uri="{FF2B5EF4-FFF2-40B4-BE49-F238E27FC236}">
                  <a16:creationId xmlns:a16="http://schemas.microsoft.com/office/drawing/2014/main" id="{F344B1F8-D5AB-1C89-EE0C-281E5C792A6E}"/>
                </a:ext>
              </a:extLst>
            </p:cNvPr>
            <p:cNvSpPr/>
            <p:nvPr/>
          </p:nvSpPr>
          <p:spPr>
            <a:xfrm>
              <a:off x="5542598" y="3132773"/>
              <a:ext cx="153352" cy="153352"/>
            </a:xfrm>
            <a:prstGeom prst="rect">
              <a:avLst/>
            </a:prstGeom>
            <a:solidFill>
              <a:srgbClr val="C7E6F3"/>
            </a:solidFill>
            <a:ln w="0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Object 42">
              <a:extLst>
                <a:ext uri="{FF2B5EF4-FFF2-40B4-BE49-F238E27FC236}">
                  <a16:creationId xmlns:a16="http://schemas.microsoft.com/office/drawing/2014/main" id="{9958C115-FEF2-EFFB-ABFB-E105FB1FD271}"/>
                </a:ext>
              </a:extLst>
            </p:cNvPr>
            <p:cNvSpPr/>
            <p:nvPr/>
          </p:nvSpPr>
          <p:spPr>
            <a:xfrm>
              <a:off x="5706904" y="3132773"/>
              <a:ext cx="153352" cy="153352"/>
            </a:xfrm>
            <a:prstGeom prst="rect">
              <a:avLst/>
            </a:prstGeom>
            <a:solidFill>
              <a:srgbClr val="235B93"/>
            </a:solidFill>
            <a:ln w="0"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Equation 11">
                <a:extLst>
                  <a:ext uri="{FF2B5EF4-FFF2-40B4-BE49-F238E27FC236}">
                    <a16:creationId xmlns:a16="http://schemas.microsoft.com/office/drawing/2014/main" id="{BEF3B149-6F15-164E-01FB-5286A1DCFA47}"/>
                  </a:ext>
                </a:extLst>
              </p:cNvPr>
              <p:cNvSpPr txBox="1"/>
              <p:nvPr/>
            </p:nvSpPr>
            <p:spPr>
              <a:xfrm>
                <a:off x="4184332" y="3373755"/>
                <a:ext cx="1741646" cy="33956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sz="2000" b="1" i="0">
                          <a:solidFill>
                            <a:srgbClr val="001869"/>
                          </a:solidFill>
                          <a:latin typeface="Calibri"/>
                        </a:rPr>
                        <m:t>Mask </m:t>
                      </m:r>
                      <m:sSub>
                        <m:sSub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8" name="Equation 11">
                <a:extLst>
                  <a:ext uri="{FF2B5EF4-FFF2-40B4-BE49-F238E27FC236}">
                    <a16:creationId xmlns:a16="http://schemas.microsoft.com/office/drawing/2014/main" id="{BEF3B149-6F15-164E-01FB-5286A1DCF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332" y="3373755"/>
                <a:ext cx="1741646" cy="339566"/>
              </a:xfrm>
              <a:prstGeom prst="rect">
                <a:avLst/>
              </a:prstGeom>
              <a:blipFill>
                <a:blip r:embed="rId13"/>
                <a:stretch>
                  <a:fillRect b="-1428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Object 43">
            <a:extLst>
              <a:ext uri="{FF2B5EF4-FFF2-40B4-BE49-F238E27FC236}">
                <a16:creationId xmlns:a16="http://schemas.microsoft.com/office/drawing/2014/main" id="{86C4F086-4A2A-F927-B3CB-99FCDD87E91C}"/>
              </a:ext>
            </a:extLst>
          </p:cNvPr>
          <p:cNvSpPr/>
          <p:nvPr/>
        </p:nvSpPr>
        <p:spPr>
          <a:xfrm>
            <a:off x="6221730" y="1117283"/>
            <a:ext cx="2585085" cy="26508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Object 44">
            <a:extLst>
              <a:ext uri="{FF2B5EF4-FFF2-40B4-BE49-F238E27FC236}">
                <a16:creationId xmlns:a16="http://schemas.microsoft.com/office/drawing/2014/main" id="{8CCF397F-E3B6-4ABB-CAA3-1F75891822ED}"/>
              </a:ext>
            </a:extLst>
          </p:cNvPr>
          <p:cNvSpPr/>
          <p:nvPr/>
        </p:nvSpPr>
        <p:spPr>
          <a:xfrm>
            <a:off x="6232684" y="1128236"/>
            <a:ext cx="2563177" cy="339566"/>
          </a:xfrm>
          <a:prstGeom prst="rect">
            <a:avLst/>
          </a:prstGeom>
          <a:solidFill>
            <a:srgbClr val="EFF8FE"/>
          </a:solidFill>
          <a:ln w="0">
            <a:noFill/>
          </a:ln>
        </p:spPr>
      </p:sp>
      <p:sp>
        <p:nvSpPr>
          <p:cNvPr id="61" name="Object 45">
            <a:extLst>
              <a:ext uri="{FF2B5EF4-FFF2-40B4-BE49-F238E27FC236}">
                <a16:creationId xmlns:a16="http://schemas.microsoft.com/office/drawing/2014/main" id="{B6E2EB78-E392-D3AF-8296-4B24CA43B579}"/>
              </a:ext>
            </a:extLst>
          </p:cNvPr>
          <p:cNvSpPr txBox="1"/>
          <p:nvPr/>
        </p:nvSpPr>
        <p:spPr>
          <a:xfrm>
            <a:off x="6254591" y="1128236"/>
            <a:ext cx="2519363" cy="328613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Admissible Actions</a:t>
            </a:r>
          </a:p>
        </p:txBody>
      </p:sp>
      <p:sp>
        <p:nvSpPr>
          <p:cNvPr id="62" name="Object 46">
            <a:extLst>
              <a:ext uri="{FF2B5EF4-FFF2-40B4-BE49-F238E27FC236}">
                <a16:creationId xmlns:a16="http://schemas.microsoft.com/office/drawing/2014/main" id="{A5C065AE-A339-0A39-DD05-C6480FCC6E5E}"/>
              </a:ext>
            </a:extLst>
          </p:cNvPr>
          <p:cNvSpPr/>
          <p:nvPr/>
        </p:nvSpPr>
        <p:spPr>
          <a:xfrm>
            <a:off x="6298406" y="1544479"/>
            <a:ext cx="777716" cy="876300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Equation 12">
                <a:extLst>
                  <a:ext uri="{FF2B5EF4-FFF2-40B4-BE49-F238E27FC236}">
                    <a16:creationId xmlns:a16="http://schemas.microsoft.com/office/drawing/2014/main" id="{D66380F7-3D6B-649B-1F67-B0065169136A}"/>
                  </a:ext>
                </a:extLst>
              </p:cNvPr>
              <p:cNvSpPr txBox="1"/>
              <p:nvPr/>
            </p:nvSpPr>
            <p:spPr>
              <a:xfrm>
                <a:off x="6320314" y="1599247"/>
                <a:ext cx="733901" cy="76676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 sz="2000" b="1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m:rPr>
                              <m:nor/>
                            </m:rPr>
                            <a:rPr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 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Keep</m:t>
                          </m:r>
                        </m:e>
                        <m:e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3" name="Equation 12">
                <a:extLst>
                  <a:ext uri="{FF2B5EF4-FFF2-40B4-BE49-F238E27FC236}">
                    <a16:creationId xmlns:a16="http://schemas.microsoft.com/office/drawing/2014/main" id="{D66380F7-3D6B-649B-1F67-B00651691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0314" y="1599247"/>
                <a:ext cx="733901" cy="76676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Object 47">
            <a:extLst>
              <a:ext uri="{FF2B5EF4-FFF2-40B4-BE49-F238E27FC236}">
                <a16:creationId xmlns:a16="http://schemas.microsoft.com/office/drawing/2014/main" id="{41329C41-352D-2AD4-5733-D2150983C2EB}"/>
              </a:ext>
            </a:extLst>
          </p:cNvPr>
          <p:cNvSpPr/>
          <p:nvPr/>
        </p:nvSpPr>
        <p:spPr>
          <a:xfrm>
            <a:off x="7119937" y="1544479"/>
            <a:ext cx="777716" cy="876300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Equation 13">
                <a:extLst>
                  <a:ext uri="{FF2B5EF4-FFF2-40B4-BE49-F238E27FC236}">
                    <a16:creationId xmlns:a16="http://schemas.microsoft.com/office/drawing/2014/main" id="{9620C077-6284-7520-531E-D333A957F76F}"/>
                  </a:ext>
                </a:extLst>
              </p:cNvPr>
              <p:cNvSpPr txBox="1"/>
              <p:nvPr/>
            </p:nvSpPr>
            <p:spPr>
              <a:xfrm>
                <a:off x="7141845" y="1599247"/>
                <a:ext cx="733901" cy="76676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 sz="2000" b="1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m:rPr>
                              <m:nor/>
                            </m:rPr>
                            <a:rPr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 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FFill</m:t>
                          </m:r>
                        </m:e>
                        <m:e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5" name="Equation 13">
                <a:extLst>
                  <a:ext uri="{FF2B5EF4-FFF2-40B4-BE49-F238E27FC236}">
                    <a16:creationId xmlns:a16="http://schemas.microsoft.com/office/drawing/2014/main" id="{9620C077-6284-7520-531E-D333A957F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845" y="1599247"/>
                <a:ext cx="733901" cy="76676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Object 48">
            <a:extLst>
              <a:ext uri="{FF2B5EF4-FFF2-40B4-BE49-F238E27FC236}">
                <a16:creationId xmlns:a16="http://schemas.microsoft.com/office/drawing/2014/main" id="{AC432CCF-27EC-BE30-69B3-8411093E61A3}"/>
              </a:ext>
            </a:extLst>
          </p:cNvPr>
          <p:cNvSpPr/>
          <p:nvPr/>
        </p:nvSpPr>
        <p:spPr>
          <a:xfrm>
            <a:off x="7985283" y="2703539"/>
            <a:ext cx="777716" cy="876300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Equation 14">
                <a:extLst>
                  <a:ext uri="{FF2B5EF4-FFF2-40B4-BE49-F238E27FC236}">
                    <a16:creationId xmlns:a16="http://schemas.microsoft.com/office/drawing/2014/main" id="{D41B5FE9-E027-4423-0B52-091851C1801E}"/>
                  </a:ext>
                </a:extLst>
              </p:cNvPr>
              <p:cNvSpPr txBox="1"/>
              <p:nvPr/>
            </p:nvSpPr>
            <p:spPr>
              <a:xfrm>
                <a:off x="8029098" y="2785109"/>
                <a:ext cx="733901" cy="76676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 lang="ar-AE" sz="2000" b="1" smtClean="0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m:rPr>
                              <m:nor/>
                            </m:rPr>
                            <a:rPr lang="en-US"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Single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en-US"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TS−ICL</m:t>
                          </m:r>
                        </m:e>
                        <m:e>
                          <m:sSub>
                            <m:sSubPr>
                              <m:ctrlPr>
                                <a:rPr lang="ar-AE"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ar-AE" sz="2200" b="1" i="1" smtClean="0">
                                  <a:solidFill>
                                    <a:srgbClr val="001869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7" name="Equation 14">
                <a:extLst>
                  <a:ext uri="{FF2B5EF4-FFF2-40B4-BE49-F238E27FC236}">
                    <a16:creationId xmlns:a16="http://schemas.microsoft.com/office/drawing/2014/main" id="{D41B5FE9-E027-4423-0B52-091851C18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098" y="2785109"/>
                <a:ext cx="733901" cy="766763"/>
              </a:xfrm>
              <a:prstGeom prst="rect">
                <a:avLst/>
              </a:prstGeom>
              <a:blipFill>
                <a:blip r:embed="rId16"/>
                <a:stretch>
                  <a:fillRect l="-833" t="-7937" b="-79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Object 49">
            <a:extLst>
              <a:ext uri="{FF2B5EF4-FFF2-40B4-BE49-F238E27FC236}">
                <a16:creationId xmlns:a16="http://schemas.microsoft.com/office/drawing/2014/main" id="{80FFB340-989F-C310-3576-D1C73779A704}"/>
              </a:ext>
            </a:extLst>
          </p:cNvPr>
          <p:cNvSpPr/>
          <p:nvPr/>
        </p:nvSpPr>
        <p:spPr>
          <a:xfrm>
            <a:off x="6298406" y="2709857"/>
            <a:ext cx="777716" cy="876300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Equation 15">
                <a:extLst>
                  <a:ext uri="{FF2B5EF4-FFF2-40B4-BE49-F238E27FC236}">
                    <a16:creationId xmlns:a16="http://schemas.microsoft.com/office/drawing/2014/main" id="{2EEF40B0-1AA4-3ABA-2AE4-0E402C37DFFA}"/>
                  </a:ext>
                </a:extLst>
              </p:cNvPr>
              <p:cNvSpPr txBox="1"/>
              <p:nvPr/>
            </p:nvSpPr>
            <p:spPr>
              <a:xfrm>
                <a:off x="6331267" y="2794602"/>
                <a:ext cx="733901" cy="76676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 sz="2000" b="1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m:rPr>
                              <m:nor/>
                            </m:rPr>
                            <a:rPr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Multi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TS−ICL</m:t>
                          </m:r>
                        </m:e>
                        <m:e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9" name="Equation 15">
                <a:extLst>
                  <a:ext uri="{FF2B5EF4-FFF2-40B4-BE49-F238E27FC236}">
                    <a16:creationId xmlns:a16="http://schemas.microsoft.com/office/drawing/2014/main" id="{2EEF40B0-1AA4-3ABA-2AE4-0E402C37D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1267" y="2794602"/>
                <a:ext cx="733901" cy="766763"/>
              </a:xfrm>
              <a:prstGeom prst="rect">
                <a:avLst/>
              </a:prstGeom>
              <a:blipFill>
                <a:blip r:embed="rId17"/>
                <a:stretch>
                  <a:fillRect l="-1667" t="-7143" b="-158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Object 50">
            <a:extLst>
              <a:ext uri="{FF2B5EF4-FFF2-40B4-BE49-F238E27FC236}">
                <a16:creationId xmlns:a16="http://schemas.microsoft.com/office/drawing/2014/main" id="{6122A9A0-D605-E7FC-94FF-67A2994BD573}"/>
              </a:ext>
            </a:extLst>
          </p:cNvPr>
          <p:cNvSpPr/>
          <p:nvPr/>
        </p:nvSpPr>
        <p:spPr>
          <a:xfrm>
            <a:off x="7119937" y="2709857"/>
            <a:ext cx="777716" cy="876300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Equation 16">
                <a:extLst>
                  <a:ext uri="{FF2B5EF4-FFF2-40B4-BE49-F238E27FC236}">
                    <a16:creationId xmlns:a16="http://schemas.microsoft.com/office/drawing/2014/main" id="{110E235A-F053-8C4A-91F8-8FD0264257B6}"/>
                  </a:ext>
                </a:extLst>
              </p:cNvPr>
              <p:cNvSpPr txBox="1"/>
              <p:nvPr/>
            </p:nvSpPr>
            <p:spPr>
              <a:xfrm>
                <a:off x="7141845" y="2801835"/>
                <a:ext cx="733901" cy="76676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 sz="2000" b="1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m:rPr>
                              <m:nor/>
                            </m:rPr>
                            <a:rPr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Ctx.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Ridge</m:t>
                          </m:r>
                        </m:e>
                        <m:e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1" name="Equation 16">
                <a:extLst>
                  <a:ext uri="{FF2B5EF4-FFF2-40B4-BE49-F238E27FC236}">
                    <a16:creationId xmlns:a16="http://schemas.microsoft.com/office/drawing/2014/main" id="{110E235A-F053-8C4A-91F8-8FD026425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845" y="2801835"/>
                <a:ext cx="733901" cy="766763"/>
              </a:xfrm>
              <a:prstGeom prst="rect">
                <a:avLst/>
              </a:prstGeom>
              <a:blipFill>
                <a:blip r:embed="rId18"/>
                <a:stretch>
                  <a:fillRect t="-7200" b="-8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bject 51">
            <a:extLst>
              <a:ext uri="{FF2B5EF4-FFF2-40B4-BE49-F238E27FC236}">
                <a16:creationId xmlns:a16="http://schemas.microsoft.com/office/drawing/2014/main" id="{1D4C405E-0848-5362-DEC1-D6441969E5DB}"/>
              </a:ext>
            </a:extLst>
          </p:cNvPr>
          <p:cNvSpPr/>
          <p:nvPr/>
        </p:nvSpPr>
        <p:spPr>
          <a:xfrm>
            <a:off x="7985284" y="1543884"/>
            <a:ext cx="777716" cy="876300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Equation 17">
                <a:extLst>
                  <a:ext uri="{FF2B5EF4-FFF2-40B4-BE49-F238E27FC236}">
                    <a16:creationId xmlns:a16="http://schemas.microsoft.com/office/drawing/2014/main" id="{956835A4-FC98-A771-D305-E12A3A91A11B}"/>
                  </a:ext>
                </a:extLst>
              </p:cNvPr>
              <p:cNvSpPr txBox="1"/>
              <p:nvPr/>
            </p:nvSpPr>
            <p:spPr>
              <a:xfrm>
                <a:off x="8007191" y="1598652"/>
                <a:ext cx="733901" cy="76676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 lang="ar-AE" sz="2000" b="1" smtClean="0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m:rPr>
                              <m:nor/>
                            </m:rPr>
                            <a:rPr lang="ar-AE"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 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en-US"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SAITS</m:t>
                          </m:r>
                        </m:e>
                        <m:e>
                          <m:sSub>
                            <m:sSubPr>
                              <m:ctrlPr>
                                <a:rPr lang="ar-AE"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ar-AE" sz="2200" b="1" i="1" smtClean="0">
                                  <a:solidFill>
                                    <a:srgbClr val="001869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3" name="Equation 17">
                <a:extLst>
                  <a:ext uri="{FF2B5EF4-FFF2-40B4-BE49-F238E27FC236}">
                    <a16:creationId xmlns:a16="http://schemas.microsoft.com/office/drawing/2014/main" id="{956835A4-FC98-A771-D305-E12A3A91A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7191" y="1598652"/>
                <a:ext cx="733901" cy="76676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Object 52">
            <a:extLst>
              <a:ext uri="{FF2B5EF4-FFF2-40B4-BE49-F238E27FC236}">
                <a16:creationId xmlns:a16="http://schemas.microsoft.com/office/drawing/2014/main" id="{4CBC02D2-6DCE-F474-6E98-FBC07F52250B}"/>
              </a:ext>
            </a:extLst>
          </p:cNvPr>
          <p:cNvSpPr/>
          <p:nvPr/>
        </p:nvSpPr>
        <p:spPr>
          <a:xfrm>
            <a:off x="8927306" y="1117283"/>
            <a:ext cx="2541270" cy="26508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Object 53">
            <a:extLst>
              <a:ext uri="{FF2B5EF4-FFF2-40B4-BE49-F238E27FC236}">
                <a16:creationId xmlns:a16="http://schemas.microsoft.com/office/drawing/2014/main" id="{FFA17CB3-7463-E93A-6AAC-4BCC95C0F2A2}"/>
              </a:ext>
            </a:extLst>
          </p:cNvPr>
          <p:cNvSpPr/>
          <p:nvPr/>
        </p:nvSpPr>
        <p:spPr>
          <a:xfrm>
            <a:off x="8938260" y="1128236"/>
            <a:ext cx="2519363" cy="339566"/>
          </a:xfrm>
          <a:prstGeom prst="rect">
            <a:avLst/>
          </a:prstGeom>
          <a:solidFill>
            <a:srgbClr val="EFF8FE"/>
          </a:solidFill>
          <a:ln w="0">
            <a:noFill/>
          </a:ln>
        </p:spPr>
      </p:sp>
      <p:sp>
        <p:nvSpPr>
          <p:cNvPr id="76" name="Object 54">
            <a:extLst>
              <a:ext uri="{FF2B5EF4-FFF2-40B4-BE49-F238E27FC236}">
                <a16:creationId xmlns:a16="http://schemas.microsoft.com/office/drawing/2014/main" id="{D0605276-0160-C259-7673-26D4B49573D2}"/>
              </a:ext>
            </a:extLst>
          </p:cNvPr>
          <p:cNvSpPr txBox="1"/>
          <p:nvPr/>
        </p:nvSpPr>
        <p:spPr>
          <a:xfrm>
            <a:off x="8960168" y="1128236"/>
            <a:ext cx="2475548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Action Inputs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Equation 18">
                <a:extLst>
                  <a:ext uri="{FF2B5EF4-FFF2-40B4-BE49-F238E27FC236}">
                    <a16:creationId xmlns:a16="http://schemas.microsoft.com/office/drawing/2014/main" id="{DE17986A-0A32-E473-EE85-1E4101C8800F}"/>
                  </a:ext>
                </a:extLst>
              </p:cNvPr>
              <p:cNvSpPr txBox="1"/>
              <p:nvPr/>
            </p:nvSpPr>
            <p:spPr>
              <a:xfrm>
                <a:off x="9036844" y="1489710"/>
                <a:ext cx="2311241" cy="37242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  <m:sup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𝒂</m:t>
                          </m:r>
                        </m:sup>
                      </m:sSubSup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7" name="Equation 18">
                <a:extLst>
                  <a:ext uri="{FF2B5EF4-FFF2-40B4-BE49-F238E27FC236}">
                    <a16:creationId xmlns:a16="http://schemas.microsoft.com/office/drawing/2014/main" id="{DE17986A-0A32-E473-EE85-1E4101C88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6844" y="1489710"/>
                <a:ext cx="2311241" cy="372427"/>
              </a:xfrm>
              <a:prstGeom prst="rect">
                <a:avLst/>
              </a:prstGeom>
              <a:blipFill>
                <a:blip r:embed="rId20"/>
                <a:stretch>
                  <a:fillRect b="-2786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Equation 19">
                <a:extLst>
                  <a:ext uri="{FF2B5EF4-FFF2-40B4-BE49-F238E27FC236}">
                    <a16:creationId xmlns:a16="http://schemas.microsoft.com/office/drawing/2014/main" id="{8037ABED-D5B4-987D-21CE-38ABD9B3D997}"/>
                  </a:ext>
                </a:extLst>
              </p:cNvPr>
              <p:cNvSpPr txBox="1"/>
              <p:nvPr/>
            </p:nvSpPr>
            <p:spPr>
              <a:xfrm>
                <a:off x="9014936" y="1938814"/>
                <a:ext cx="547687" cy="37242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  <m:sup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8" name="Equation 19">
                <a:extLst>
                  <a:ext uri="{FF2B5EF4-FFF2-40B4-BE49-F238E27FC236}">
                    <a16:creationId xmlns:a16="http://schemas.microsoft.com/office/drawing/2014/main" id="{8037ABED-D5B4-987D-21CE-38ABD9B3D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936" y="1938814"/>
                <a:ext cx="547687" cy="372427"/>
              </a:xfrm>
              <a:prstGeom prst="rect">
                <a:avLst/>
              </a:prstGeom>
              <a:blipFill>
                <a:blip r:embed="rId21"/>
                <a:stretch>
                  <a:fillRect l="-13333" b="-1967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Equation 20">
                <a:extLst>
                  <a:ext uri="{FF2B5EF4-FFF2-40B4-BE49-F238E27FC236}">
                    <a16:creationId xmlns:a16="http://schemas.microsoft.com/office/drawing/2014/main" id="{6448EB5D-E7EA-8F7A-3EE5-E2F771E230D1}"/>
                  </a:ext>
                </a:extLst>
              </p:cNvPr>
              <p:cNvSpPr txBox="1"/>
              <p:nvPr/>
            </p:nvSpPr>
            <p:spPr>
              <a:xfrm>
                <a:off x="9014936" y="2508409"/>
                <a:ext cx="547687" cy="37242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  <m:sup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4" name="Equation 20">
                <a:extLst>
                  <a:ext uri="{FF2B5EF4-FFF2-40B4-BE49-F238E27FC236}">
                    <a16:creationId xmlns:a16="http://schemas.microsoft.com/office/drawing/2014/main" id="{6448EB5D-E7EA-8F7A-3EE5-E2F771E23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936" y="2508409"/>
                <a:ext cx="547687" cy="372427"/>
              </a:xfrm>
              <a:prstGeom prst="rect">
                <a:avLst/>
              </a:prstGeom>
              <a:blipFill>
                <a:blip r:embed="rId22"/>
                <a:stretch>
                  <a:fillRect l="-13333" b="-1935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Equation 21">
                <a:extLst>
                  <a:ext uri="{FF2B5EF4-FFF2-40B4-BE49-F238E27FC236}">
                    <a16:creationId xmlns:a16="http://schemas.microsoft.com/office/drawing/2014/main" id="{C9EE6691-BD43-83B8-4B31-BD2DB3D17187}"/>
                  </a:ext>
                </a:extLst>
              </p:cNvPr>
              <p:cNvSpPr txBox="1"/>
              <p:nvPr/>
            </p:nvSpPr>
            <p:spPr>
              <a:xfrm>
                <a:off x="9014936" y="3078004"/>
                <a:ext cx="547687" cy="37242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  <m:sup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0" name="Equation 21">
                <a:extLst>
                  <a:ext uri="{FF2B5EF4-FFF2-40B4-BE49-F238E27FC236}">
                    <a16:creationId xmlns:a16="http://schemas.microsoft.com/office/drawing/2014/main" id="{C9EE6691-BD43-83B8-4B31-BD2DB3D17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936" y="3078004"/>
                <a:ext cx="547687" cy="372427"/>
              </a:xfrm>
              <a:prstGeom prst="rect">
                <a:avLst/>
              </a:prstGeom>
              <a:blipFill>
                <a:blip r:embed="rId23"/>
                <a:stretch>
                  <a:fillRect l="-13333" b="-1967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Object 73">
            <a:extLst>
              <a:ext uri="{FF2B5EF4-FFF2-40B4-BE49-F238E27FC236}">
                <a16:creationId xmlns:a16="http://schemas.microsoft.com/office/drawing/2014/main" id="{DC7B77E0-C419-B6B8-2A65-D9F7038C6C82}"/>
              </a:ext>
            </a:extLst>
          </p:cNvPr>
          <p:cNvSpPr txBox="1"/>
          <p:nvPr/>
        </p:nvSpPr>
        <p:spPr>
          <a:xfrm>
            <a:off x="11589067" y="1089025"/>
            <a:ext cx="963930" cy="5586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Frozen</a:t>
            </a:r>
          </a:p>
          <a:p>
            <a:pPr algn="ctr">
              <a:lnSpc>
                <a:spcPct val="80000"/>
              </a:lnSpc>
            </a:pPr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Model</a:t>
            </a:r>
          </a:p>
        </p:txBody>
      </p:sp>
      <p:sp>
        <p:nvSpPr>
          <p:cNvPr id="100" name="Gradient Model 74">
            <a:extLst>
              <a:ext uri="{FF2B5EF4-FFF2-40B4-BE49-F238E27FC236}">
                <a16:creationId xmlns:a16="http://schemas.microsoft.com/office/drawing/2014/main" id="{0A3B8CA7-9A44-A81D-4816-A71BB1B0C160}"/>
              </a:ext>
            </a:extLst>
          </p:cNvPr>
          <p:cNvSpPr/>
          <p:nvPr/>
        </p:nvSpPr>
        <p:spPr>
          <a:xfrm>
            <a:off x="11676697" y="1829276"/>
            <a:ext cx="788670" cy="1259683"/>
          </a:xfrm>
          <a:custGeom>
            <a:avLst/>
            <a:gdLst/>
            <a:ahLst/>
            <a:cxnLst/>
            <a:rect l="0" t="0" r="0" b="0"/>
            <a:pathLst>
              <a:path w="788670" h="1566386">
                <a:moveTo>
                  <a:pt x="0" y="0"/>
                </a:moveTo>
                <a:lnTo>
                  <a:pt x="788670" y="208121"/>
                </a:lnTo>
                <a:lnTo>
                  <a:pt x="788670" y="1358265"/>
                </a:lnTo>
                <a:lnTo>
                  <a:pt x="0" y="1566386"/>
                </a:lnTo>
                <a:lnTo>
                  <a:pt x="0" y="0"/>
                </a:ln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Equation 22">
                <a:extLst>
                  <a:ext uri="{FF2B5EF4-FFF2-40B4-BE49-F238E27FC236}">
                    <a16:creationId xmlns:a16="http://schemas.microsoft.com/office/drawing/2014/main" id="{088B71CC-3830-B092-2C43-B3DEA7880496}"/>
                  </a:ext>
                </a:extLst>
              </p:cNvPr>
              <p:cNvSpPr txBox="1"/>
              <p:nvPr/>
            </p:nvSpPr>
            <p:spPr>
              <a:xfrm>
                <a:off x="11720513" y="2314856"/>
                <a:ext cx="701040" cy="438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800" b="1" i="1">
                          <a:solidFill>
                            <a:srgbClr val="FFFFFF"/>
                          </a:solidFill>
                          <a:latin typeface="Cambria Math"/>
                        </a:rPr>
                        <m:t>𝑭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1" name="Equation 22">
                <a:extLst>
                  <a:ext uri="{FF2B5EF4-FFF2-40B4-BE49-F238E27FC236}">
                    <a16:creationId xmlns:a16="http://schemas.microsoft.com/office/drawing/2014/main" id="{088B71CC-3830-B092-2C43-B3DEA7880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0513" y="2314856"/>
                <a:ext cx="701040" cy="43815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Object 76">
            <a:extLst>
              <a:ext uri="{FF2B5EF4-FFF2-40B4-BE49-F238E27FC236}">
                <a16:creationId xmlns:a16="http://schemas.microsoft.com/office/drawing/2014/main" id="{DAAB6B6B-6D57-DEB2-ECD2-BF68A03820EA}"/>
              </a:ext>
            </a:extLst>
          </p:cNvPr>
          <p:cNvSpPr/>
          <p:nvPr/>
        </p:nvSpPr>
        <p:spPr>
          <a:xfrm>
            <a:off x="12673489" y="1117283"/>
            <a:ext cx="821531" cy="26508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Object 77">
            <a:extLst>
              <a:ext uri="{FF2B5EF4-FFF2-40B4-BE49-F238E27FC236}">
                <a16:creationId xmlns:a16="http://schemas.microsoft.com/office/drawing/2014/main" id="{0C0068B7-BBB7-DABC-BEDB-2AF7B0D78A47}"/>
              </a:ext>
            </a:extLst>
          </p:cNvPr>
          <p:cNvSpPr/>
          <p:nvPr/>
        </p:nvSpPr>
        <p:spPr>
          <a:xfrm>
            <a:off x="12684442" y="1128236"/>
            <a:ext cx="799624" cy="339566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Object 78">
            <a:extLst>
              <a:ext uri="{FF2B5EF4-FFF2-40B4-BE49-F238E27FC236}">
                <a16:creationId xmlns:a16="http://schemas.microsoft.com/office/drawing/2014/main" id="{2EAE7867-61BF-B7AD-AEE2-C402B48DC78E}"/>
              </a:ext>
            </a:extLst>
          </p:cNvPr>
          <p:cNvSpPr txBox="1"/>
          <p:nvPr/>
        </p:nvSpPr>
        <p:spPr>
          <a:xfrm>
            <a:off x="12700000" y="1117283"/>
            <a:ext cx="755809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20" name="Object 79">
            <a:extLst>
              <a:ext uri="{FF2B5EF4-FFF2-40B4-BE49-F238E27FC236}">
                <a16:creationId xmlns:a16="http://schemas.microsoft.com/office/drawing/2014/main" id="{9B1DAE86-E869-E0A6-5A3A-FD69FDA6AF01}"/>
              </a:ext>
            </a:extLst>
          </p:cNvPr>
          <p:cNvSpPr/>
          <p:nvPr/>
        </p:nvSpPr>
        <p:spPr>
          <a:xfrm>
            <a:off x="12750165" y="1697831"/>
            <a:ext cx="668179" cy="449104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Equation 23">
                <a:extLst>
                  <a:ext uri="{FF2B5EF4-FFF2-40B4-BE49-F238E27FC236}">
                    <a16:creationId xmlns:a16="http://schemas.microsoft.com/office/drawing/2014/main" id="{18819B6F-5E9F-D856-48E7-DA007E98BDD4}"/>
                  </a:ext>
                </a:extLst>
              </p:cNvPr>
              <p:cNvSpPr txBox="1"/>
              <p:nvPr/>
            </p:nvSpPr>
            <p:spPr>
              <a:xfrm>
                <a:off x="12783026" y="1719739"/>
                <a:ext cx="602456" cy="40528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  <m:sup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1" name="Equation 23">
                <a:extLst>
                  <a:ext uri="{FF2B5EF4-FFF2-40B4-BE49-F238E27FC236}">
                    <a16:creationId xmlns:a16="http://schemas.microsoft.com/office/drawing/2014/main" id="{18819B6F-5E9F-D856-48E7-DA007E98B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3026" y="1719739"/>
                <a:ext cx="602456" cy="405289"/>
              </a:xfrm>
              <a:prstGeom prst="rect">
                <a:avLst/>
              </a:prstGeom>
              <a:blipFill>
                <a:blip r:embed="rId25"/>
                <a:stretch>
                  <a:fillRect b="-1641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Object 80">
            <a:extLst>
              <a:ext uri="{FF2B5EF4-FFF2-40B4-BE49-F238E27FC236}">
                <a16:creationId xmlns:a16="http://schemas.microsoft.com/office/drawing/2014/main" id="{491626A4-B634-10E0-8A70-5B3D722BDEF8}"/>
              </a:ext>
            </a:extLst>
          </p:cNvPr>
          <p:cNvSpPr/>
          <p:nvPr/>
        </p:nvSpPr>
        <p:spPr>
          <a:xfrm>
            <a:off x="12750165" y="2366010"/>
            <a:ext cx="668179" cy="449104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Equation 24">
                <a:extLst>
                  <a:ext uri="{FF2B5EF4-FFF2-40B4-BE49-F238E27FC236}">
                    <a16:creationId xmlns:a16="http://schemas.microsoft.com/office/drawing/2014/main" id="{AA489CD9-FE7D-558B-1454-ECDB99549936}"/>
                  </a:ext>
                </a:extLst>
              </p:cNvPr>
              <p:cNvSpPr txBox="1"/>
              <p:nvPr/>
            </p:nvSpPr>
            <p:spPr>
              <a:xfrm>
                <a:off x="12783026" y="2387918"/>
                <a:ext cx="602456" cy="40528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  <m:sup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3" name="Equation 24">
                <a:extLst>
                  <a:ext uri="{FF2B5EF4-FFF2-40B4-BE49-F238E27FC236}">
                    <a16:creationId xmlns:a16="http://schemas.microsoft.com/office/drawing/2014/main" id="{AA489CD9-FE7D-558B-1454-ECDB99549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3026" y="2387918"/>
                <a:ext cx="602456" cy="405289"/>
              </a:xfrm>
              <a:prstGeom prst="rect">
                <a:avLst/>
              </a:prstGeom>
              <a:blipFill>
                <a:blip r:embed="rId26"/>
                <a:stretch>
                  <a:fillRect l="-7071" b="-1515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Object 81">
            <a:extLst>
              <a:ext uri="{FF2B5EF4-FFF2-40B4-BE49-F238E27FC236}">
                <a16:creationId xmlns:a16="http://schemas.microsoft.com/office/drawing/2014/main" id="{CC4F34BF-F900-7E00-7E6B-A2B318DF51EE}"/>
              </a:ext>
            </a:extLst>
          </p:cNvPr>
          <p:cNvSpPr/>
          <p:nvPr/>
        </p:nvSpPr>
        <p:spPr>
          <a:xfrm>
            <a:off x="12750165" y="3034189"/>
            <a:ext cx="668179" cy="449104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Equation 25">
                <a:extLst>
                  <a:ext uri="{FF2B5EF4-FFF2-40B4-BE49-F238E27FC236}">
                    <a16:creationId xmlns:a16="http://schemas.microsoft.com/office/drawing/2014/main" id="{31D01D6D-9943-FDF5-5FB1-13EA1230D3CF}"/>
                  </a:ext>
                </a:extLst>
              </p:cNvPr>
              <p:cNvSpPr txBox="1"/>
              <p:nvPr/>
            </p:nvSpPr>
            <p:spPr>
              <a:xfrm>
                <a:off x="12783026" y="3056096"/>
                <a:ext cx="602456" cy="40528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  <m:sup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5" name="Equation 25">
                <a:extLst>
                  <a:ext uri="{FF2B5EF4-FFF2-40B4-BE49-F238E27FC236}">
                    <a16:creationId xmlns:a16="http://schemas.microsoft.com/office/drawing/2014/main" id="{31D01D6D-9943-FDF5-5FB1-13EA1230D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3026" y="3056096"/>
                <a:ext cx="602456" cy="405289"/>
              </a:xfrm>
              <a:prstGeom prst="rect">
                <a:avLst/>
              </a:prstGeom>
              <a:blipFill>
                <a:blip r:embed="rId27"/>
                <a:stretch>
                  <a:fillRect l="-7071" b="-1492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Object 82">
            <a:extLst>
              <a:ext uri="{FF2B5EF4-FFF2-40B4-BE49-F238E27FC236}">
                <a16:creationId xmlns:a16="http://schemas.microsoft.com/office/drawing/2014/main" id="{9120A18D-BB0E-F466-0D0A-00D8D77B4B74}"/>
              </a:ext>
            </a:extLst>
          </p:cNvPr>
          <p:cNvSpPr/>
          <p:nvPr/>
        </p:nvSpPr>
        <p:spPr>
          <a:xfrm>
            <a:off x="13593604" y="1117283"/>
            <a:ext cx="2453640" cy="106251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Object 83">
            <a:extLst>
              <a:ext uri="{FF2B5EF4-FFF2-40B4-BE49-F238E27FC236}">
                <a16:creationId xmlns:a16="http://schemas.microsoft.com/office/drawing/2014/main" id="{8976D6D5-13BD-D1F8-2902-783E2A6EDECE}"/>
              </a:ext>
            </a:extLst>
          </p:cNvPr>
          <p:cNvSpPr/>
          <p:nvPr/>
        </p:nvSpPr>
        <p:spPr>
          <a:xfrm>
            <a:off x="13604558" y="1128236"/>
            <a:ext cx="2431733" cy="339566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Object 84">
            <a:extLst>
              <a:ext uri="{FF2B5EF4-FFF2-40B4-BE49-F238E27FC236}">
                <a16:creationId xmlns:a16="http://schemas.microsoft.com/office/drawing/2014/main" id="{2CDEC125-01E0-1857-8614-CD8F467D05B8}"/>
              </a:ext>
            </a:extLst>
          </p:cNvPr>
          <p:cNvSpPr txBox="1"/>
          <p:nvPr/>
        </p:nvSpPr>
        <p:spPr>
          <a:xfrm>
            <a:off x="13610167" y="1128236"/>
            <a:ext cx="2404216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Realized Utility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Equation 26">
                <a:extLst>
                  <a:ext uri="{FF2B5EF4-FFF2-40B4-BE49-F238E27FC236}">
                    <a16:creationId xmlns:a16="http://schemas.microsoft.com/office/drawing/2014/main" id="{A71CCAFC-0AD9-6F41-8A54-8ABC5287C327}"/>
                  </a:ext>
                </a:extLst>
              </p:cNvPr>
              <p:cNvSpPr txBox="1"/>
              <p:nvPr/>
            </p:nvSpPr>
            <p:spPr>
              <a:xfrm>
                <a:off x="13637419" y="1478756"/>
                <a:ext cx="2366010" cy="66817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 sz="2000" b="1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𝒈</m:t>
                              </m:r>
                            </m:e>
                            <m:sub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𝒊</m:t>
                              </m:r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sub>
                          </m:s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ℓ</m:t>
                          </m:r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(</m:t>
                          </m:r>
                          <m:sSubSup>
                            <m:sSubSupPr>
                              <m:ctrlP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  <m:sup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p>
                          </m:sSubSup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ℓ</m:t>
                          </m:r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(</m:t>
                          </m:r>
                          <m:sSubSup>
                            <m:sSubSupPr>
                              <m:ctrlP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  <m:sup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sup>
                          </m:sSubSup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9" name="Equation 26">
                <a:extLst>
                  <a:ext uri="{FF2B5EF4-FFF2-40B4-BE49-F238E27FC236}">
                    <a16:creationId xmlns:a16="http://schemas.microsoft.com/office/drawing/2014/main" id="{A71CCAFC-0AD9-6F41-8A54-8ABC5287C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7419" y="1478756"/>
                <a:ext cx="2366010" cy="668179"/>
              </a:xfrm>
              <a:prstGeom prst="rect">
                <a:avLst/>
              </a:prstGeom>
              <a:blipFill>
                <a:blip r:embed="rId28"/>
                <a:stretch>
                  <a:fillRect t="-4587" b="-1284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Object 85">
            <a:extLst>
              <a:ext uri="{FF2B5EF4-FFF2-40B4-BE49-F238E27FC236}">
                <a16:creationId xmlns:a16="http://schemas.microsoft.com/office/drawing/2014/main" id="{F2C8F925-5371-6F06-D1FF-4AA79F579106}"/>
              </a:ext>
            </a:extLst>
          </p:cNvPr>
          <p:cNvSpPr/>
          <p:nvPr/>
        </p:nvSpPr>
        <p:spPr>
          <a:xfrm>
            <a:off x="13593604" y="2366010"/>
            <a:ext cx="2453640" cy="14020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Object 86">
            <a:extLst>
              <a:ext uri="{FF2B5EF4-FFF2-40B4-BE49-F238E27FC236}">
                <a16:creationId xmlns:a16="http://schemas.microsoft.com/office/drawing/2014/main" id="{E9A5FE14-3F98-F77B-FF5D-0DA0926DB313}"/>
              </a:ext>
            </a:extLst>
          </p:cNvPr>
          <p:cNvSpPr/>
          <p:nvPr/>
        </p:nvSpPr>
        <p:spPr>
          <a:xfrm>
            <a:off x="13604558" y="2376964"/>
            <a:ext cx="2431733" cy="339566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Object 87">
            <a:extLst>
              <a:ext uri="{FF2B5EF4-FFF2-40B4-BE49-F238E27FC236}">
                <a16:creationId xmlns:a16="http://schemas.microsoft.com/office/drawing/2014/main" id="{7B89D13D-3BBE-76D0-90E8-7F9081195B8F}"/>
              </a:ext>
            </a:extLst>
          </p:cNvPr>
          <p:cNvSpPr txBox="1"/>
          <p:nvPr/>
        </p:nvSpPr>
        <p:spPr>
          <a:xfrm>
            <a:off x="13616517" y="2376964"/>
            <a:ext cx="2397866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Action State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Equation 27">
                <a:extLst>
                  <a:ext uri="{FF2B5EF4-FFF2-40B4-BE49-F238E27FC236}">
                    <a16:creationId xmlns:a16="http://schemas.microsoft.com/office/drawing/2014/main" id="{A88D9BB3-A9E9-77A0-2E69-07A8E4EFCBC9}"/>
                  </a:ext>
                </a:extLst>
              </p:cNvPr>
              <p:cNvSpPr txBox="1"/>
              <p:nvPr/>
            </p:nvSpPr>
            <p:spPr>
              <a:xfrm>
                <a:off x="13648372" y="2837021"/>
                <a:ext cx="2344103" cy="71199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 sz="2000" b="1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𝒛</m:t>
                              </m:r>
                            </m:e>
                            <m:sub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𝒊</m:t>
                              </m:r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sub>
                          </m:s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𝝋</m:t>
                          </m:r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𝑴</m:t>
                              </m:r>
                            </m:e>
                            <m:sub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,</m:t>
                          </m:r>
                        </m:e>
                        <m:e>
                          <m:sSubSup>
                            <m:sSubSupPr>
                              <m:ctrlP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  <m:sup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sup>
                          </m:sSubSup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,</m:t>
                          </m:r>
                          <m:sSubSup>
                            <m:sSubSupPr>
                              <m:ctrlP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  <m:sup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p>
                          </m:sSubSup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3" name="Equation 27">
                <a:extLst>
                  <a:ext uri="{FF2B5EF4-FFF2-40B4-BE49-F238E27FC236}">
                    <a16:creationId xmlns:a16="http://schemas.microsoft.com/office/drawing/2014/main" id="{A88D9BB3-A9E9-77A0-2E69-07A8E4EF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8372" y="2837021"/>
                <a:ext cx="2344103" cy="711994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Object 88">
            <a:extLst>
              <a:ext uri="{FF2B5EF4-FFF2-40B4-BE49-F238E27FC236}">
                <a16:creationId xmlns:a16="http://schemas.microsoft.com/office/drawing/2014/main" id="{E1F55821-A2F1-76BC-D80C-B6F059C316F5}"/>
              </a:ext>
            </a:extLst>
          </p:cNvPr>
          <p:cNvSpPr/>
          <p:nvPr/>
        </p:nvSpPr>
        <p:spPr>
          <a:xfrm>
            <a:off x="16167735" y="1117283"/>
            <a:ext cx="1851184" cy="26508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Object 89">
            <a:extLst>
              <a:ext uri="{FF2B5EF4-FFF2-40B4-BE49-F238E27FC236}">
                <a16:creationId xmlns:a16="http://schemas.microsoft.com/office/drawing/2014/main" id="{CD490CDF-A769-8929-F2B6-97DE93FABBC5}"/>
              </a:ext>
            </a:extLst>
          </p:cNvPr>
          <p:cNvSpPr/>
          <p:nvPr/>
        </p:nvSpPr>
        <p:spPr>
          <a:xfrm>
            <a:off x="16178689" y="1128236"/>
            <a:ext cx="1829276" cy="339566"/>
          </a:xfrm>
          <a:prstGeom prst="rect">
            <a:avLst/>
          </a:prstGeom>
          <a:solidFill>
            <a:srgbClr val="EFF8FE"/>
          </a:solidFill>
          <a:ln w="0">
            <a:noFill/>
          </a:ln>
        </p:spPr>
      </p:sp>
      <p:sp>
        <p:nvSpPr>
          <p:cNvPr id="136" name="Object 90">
            <a:extLst>
              <a:ext uri="{FF2B5EF4-FFF2-40B4-BE49-F238E27FC236}">
                <a16:creationId xmlns:a16="http://schemas.microsoft.com/office/drawing/2014/main" id="{38C70766-B704-D6DA-FCF5-CFDDF9C8246B}"/>
              </a:ext>
            </a:extLst>
          </p:cNvPr>
          <p:cNvSpPr txBox="1"/>
          <p:nvPr/>
        </p:nvSpPr>
        <p:spPr>
          <a:xfrm>
            <a:off x="16200596" y="1128236"/>
            <a:ext cx="1785461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Replay Bank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Equation 28">
                <a:extLst>
                  <a:ext uri="{FF2B5EF4-FFF2-40B4-BE49-F238E27FC236}">
                    <a16:creationId xmlns:a16="http://schemas.microsoft.com/office/drawing/2014/main" id="{491BE797-58E7-C6DE-3042-D3F3F60D2648}"/>
                  </a:ext>
                </a:extLst>
              </p:cNvPr>
              <p:cNvSpPr txBox="1"/>
              <p:nvPr/>
            </p:nvSpPr>
            <p:spPr>
              <a:xfrm>
                <a:off x="16211550" y="2541270"/>
                <a:ext cx="1763554" cy="63531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 sz="2000" b="1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𝑩</m:t>
                          </m:r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={(</m:t>
                          </m:r>
                          <m:sSub>
                            <m:sSubPr>
                              <m:ctrlP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𝒛</m:t>
                              </m:r>
                            </m:e>
                            <m:sub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𝒊</m:t>
                              </m:r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sub>
                          </m:s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𝒂</m:t>
                          </m:r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𝒈</m:t>
                              </m:r>
                            </m:e>
                            <m:sub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𝒊</m:t>
                              </m:r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sub>
                          </m:s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)}</m:t>
                          </m:r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0" name="Equation 28">
                <a:extLst>
                  <a:ext uri="{FF2B5EF4-FFF2-40B4-BE49-F238E27FC236}">
                    <a16:creationId xmlns:a16="http://schemas.microsoft.com/office/drawing/2014/main" id="{491BE797-58E7-C6DE-3042-D3F3F60D2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1550" y="2541270"/>
                <a:ext cx="1763554" cy="635317"/>
              </a:xfrm>
              <a:prstGeom prst="rect">
                <a:avLst/>
              </a:prstGeom>
              <a:blipFill>
                <a:blip r:embed="rId30"/>
                <a:stretch>
                  <a:fillRect b="-96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Object 94">
            <a:extLst>
              <a:ext uri="{FF2B5EF4-FFF2-40B4-BE49-F238E27FC236}">
                <a16:creationId xmlns:a16="http://schemas.microsoft.com/office/drawing/2014/main" id="{04BA074D-529F-130A-755F-B8676D384370}"/>
              </a:ext>
            </a:extLst>
          </p:cNvPr>
          <p:cNvSpPr/>
          <p:nvPr/>
        </p:nvSpPr>
        <p:spPr>
          <a:xfrm>
            <a:off x="16255365" y="3220402"/>
            <a:ext cx="1675924" cy="449104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Object 95">
            <a:extLst>
              <a:ext uri="{FF2B5EF4-FFF2-40B4-BE49-F238E27FC236}">
                <a16:creationId xmlns:a16="http://schemas.microsoft.com/office/drawing/2014/main" id="{C0D1A944-8CD2-B394-6790-670E916B6392}"/>
              </a:ext>
            </a:extLst>
          </p:cNvPr>
          <p:cNvSpPr txBox="1"/>
          <p:nvPr/>
        </p:nvSpPr>
        <p:spPr>
          <a:xfrm>
            <a:off x="16299180" y="3264218"/>
            <a:ext cx="1588294" cy="3614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Read-Only</a:t>
            </a:r>
          </a:p>
        </p:txBody>
      </p:sp>
      <p:sp>
        <p:nvSpPr>
          <p:cNvPr id="155" name="Object 106">
            <a:extLst>
              <a:ext uri="{FF2B5EF4-FFF2-40B4-BE49-F238E27FC236}">
                <a16:creationId xmlns:a16="http://schemas.microsoft.com/office/drawing/2014/main" id="{A869C8E0-99E6-7AD5-EFA9-DEB5ECD3431E}"/>
              </a:ext>
            </a:extLst>
          </p:cNvPr>
          <p:cNvSpPr txBox="1"/>
          <p:nvPr/>
        </p:nvSpPr>
        <p:spPr>
          <a:xfrm>
            <a:off x="5104448" y="4108301"/>
            <a:ext cx="3833812" cy="339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800" b="1" i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Shared Feature-Space Retrieval</a:t>
            </a:r>
          </a:p>
        </p:txBody>
      </p:sp>
      <p:sp>
        <p:nvSpPr>
          <p:cNvPr id="156" name="Object 107">
            <a:extLst>
              <a:ext uri="{FF2B5EF4-FFF2-40B4-BE49-F238E27FC236}">
                <a16:creationId xmlns:a16="http://schemas.microsoft.com/office/drawing/2014/main" id="{566F98CA-CC1C-F5F5-7C94-46FE1E2A152D}"/>
              </a:ext>
            </a:extLst>
          </p:cNvPr>
          <p:cNvSpPr/>
          <p:nvPr/>
        </p:nvSpPr>
        <p:spPr>
          <a:xfrm>
            <a:off x="1434941" y="4609363"/>
            <a:ext cx="5915025" cy="4863465"/>
          </a:xfrm>
          <a:prstGeom prst="rect">
            <a:avLst/>
          </a:prstGeom>
          <a:noFill/>
          <a:ln w="34925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" name="Gradient Badge 2">
            <a:extLst>
              <a:ext uri="{FF2B5EF4-FFF2-40B4-BE49-F238E27FC236}">
                <a16:creationId xmlns:a16="http://schemas.microsoft.com/office/drawing/2014/main" id="{772695F3-A29F-8BBF-EB30-D956C2B0D847}"/>
              </a:ext>
            </a:extLst>
          </p:cNvPr>
          <p:cNvSpPr/>
          <p:nvPr/>
        </p:nvSpPr>
        <p:spPr>
          <a:xfrm>
            <a:off x="1434941" y="4609363"/>
            <a:ext cx="591503" cy="471011"/>
          </a:xfrm>
          <a:prstGeom prst="rect">
            <a:avLst/>
          </a:prstGeom>
          <a:gradFill rotWithShape="1">
            <a:gsLst>
              <a:gs pos="0">
                <a:srgbClr val="174D7E"/>
              </a:gs>
              <a:gs pos="100000">
                <a:srgbClr val="2467A3"/>
              </a:gs>
            </a:gsLst>
            <a:lin ang="0" scaled="1"/>
          </a:gradFill>
          <a:ln w="0">
            <a:noFill/>
          </a:ln>
        </p:spPr>
      </p:sp>
      <p:sp>
        <p:nvSpPr>
          <p:cNvPr id="159" name="Object 109">
            <a:extLst>
              <a:ext uri="{FF2B5EF4-FFF2-40B4-BE49-F238E27FC236}">
                <a16:creationId xmlns:a16="http://schemas.microsoft.com/office/drawing/2014/main" id="{9ACD67E1-B518-AE59-CC5A-FBDC89C2946C}"/>
              </a:ext>
            </a:extLst>
          </p:cNvPr>
          <p:cNvSpPr txBox="1"/>
          <p:nvPr/>
        </p:nvSpPr>
        <p:spPr>
          <a:xfrm>
            <a:off x="1434941" y="4609363"/>
            <a:ext cx="591503" cy="4710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0" name="Object 110">
            <a:extLst>
              <a:ext uri="{FF2B5EF4-FFF2-40B4-BE49-F238E27FC236}">
                <a16:creationId xmlns:a16="http://schemas.microsoft.com/office/drawing/2014/main" id="{73A30ADC-7DB6-9F44-DDC0-8CC6CBB8E9EF}"/>
              </a:ext>
            </a:extLst>
          </p:cNvPr>
          <p:cNvSpPr txBox="1"/>
          <p:nvPr/>
        </p:nvSpPr>
        <p:spPr>
          <a:xfrm>
            <a:off x="2157889" y="4609363"/>
            <a:ext cx="3768089" cy="4710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8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Action-Conditioned State</a:t>
            </a:r>
          </a:p>
        </p:txBody>
      </p:sp>
      <p:sp>
        <p:nvSpPr>
          <p:cNvPr id="161" name="Object 111">
            <a:extLst>
              <a:ext uri="{FF2B5EF4-FFF2-40B4-BE49-F238E27FC236}">
                <a16:creationId xmlns:a16="http://schemas.microsoft.com/office/drawing/2014/main" id="{8DFF7A54-9B58-0A35-1399-4D574D5555CA}"/>
              </a:ext>
            </a:extLst>
          </p:cNvPr>
          <p:cNvSpPr/>
          <p:nvPr/>
        </p:nvSpPr>
        <p:spPr>
          <a:xfrm>
            <a:off x="1522571" y="5157051"/>
            <a:ext cx="2563177" cy="21250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2" name="Object 112">
            <a:extLst>
              <a:ext uri="{FF2B5EF4-FFF2-40B4-BE49-F238E27FC236}">
                <a16:creationId xmlns:a16="http://schemas.microsoft.com/office/drawing/2014/main" id="{600B0206-A534-875D-2933-8A4B4127CA0A}"/>
              </a:ext>
            </a:extLst>
          </p:cNvPr>
          <p:cNvSpPr/>
          <p:nvPr/>
        </p:nvSpPr>
        <p:spPr>
          <a:xfrm>
            <a:off x="1533525" y="5168004"/>
            <a:ext cx="2541270" cy="339566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Object 113">
            <a:extLst>
              <a:ext uri="{FF2B5EF4-FFF2-40B4-BE49-F238E27FC236}">
                <a16:creationId xmlns:a16="http://schemas.microsoft.com/office/drawing/2014/main" id="{7BB3D870-18BB-8991-0A74-1E79CE03CB08}"/>
              </a:ext>
            </a:extLst>
          </p:cNvPr>
          <p:cNvSpPr txBox="1"/>
          <p:nvPr/>
        </p:nvSpPr>
        <p:spPr>
          <a:xfrm>
            <a:off x="1555432" y="5168004"/>
            <a:ext cx="2541269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Incoming Request</a:t>
            </a:r>
          </a:p>
        </p:txBody>
      </p:sp>
      <p:sp>
        <p:nvSpPr>
          <p:cNvPr id="164" name="Editable Curve 114">
            <a:extLst>
              <a:ext uri="{FF2B5EF4-FFF2-40B4-BE49-F238E27FC236}">
                <a16:creationId xmlns:a16="http://schemas.microsoft.com/office/drawing/2014/main" id="{276E07FD-57C3-C5F6-4849-4288F6812B20}"/>
              </a:ext>
            </a:extLst>
          </p:cNvPr>
          <p:cNvSpPr/>
          <p:nvPr/>
        </p:nvSpPr>
        <p:spPr>
          <a:xfrm>
            <a:off x="1949768" y="6559131"/>
            <a:ext cx="1719739" cy="110"/>
          </a:xfrm>
          <a:custGeom>
            <a:avLst/>
            <a:gdLst/>
            <a:ahLst/>
            <a:cxnLst/>
            <a:rect l="0" t="0" r="0" b="0"/>
            <a:pathLst>
              <a:path w="1719739" h="110">
                <a:moveTo>
                  <a:pt x="0" y="0"/>
                </a:moveTo>
                <a:lnTo>
                  <a:pt x="1719739" y="0"/>
                </a:lnTo>
              </a:path>
            </a:pathLst>
          </a:custGeom>
          <a:noFill/>
          <a:ln w="10954">
            <a:solidFill>
              <a:srgbClr val="001869"/>
            </a:solidFill>
          </a:ln>
        </p:spPr>
      </p:sp>
      <p:sp>
        <p:nvSpPr>
          <p:cNvPr id="165" name="Editable Curve 115">
            <a:extLst>
              <a:ext uri="{FF2B5EF4-FFF2-40B4-BE49-F238E27FC236}">
                <a16:creationId xmlns:a16="http://schemas.microsoft.com/office/drawing/2014/main" id="{97DEEB77-127C-E432-7DEF-E32B134927A9}"/>
              </a:ext>
            </a:extLst>
          </p:cNvPr>
          <p:cNvSpPr/>
          <p:nvPr/>
        </p:nvSpPr>
        <p:spPr>
          <a:xfrm>
            <a:off x="1949768" y="5584247"/>
            <a:ext cx="110" cy="974884"/>
          </a:xfrm>
          <a:custGeom>
            <a:avLst/>
            <a:gdLst/>
            <a:ahLst/>
            <a:cxnLst/>
            <a:rect l="0" t="0" r="0" b="0"/>
            <a:pathLst>
              <a:path w="110" h="974884">
                <a:moveTo>
                  <a:pt x="0" y="974884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001869"/>
            </a:solidFill>
          </a:ln>
        </p:spPr>
      </p:sp>
      <p:sp>
        <p:nvSpPr>
          <p:cNvPr id="166" name="Object 116">
            <a:extLst>
              <a:ext uri="{FF2B5EF4-FFF2-40B4-BE49-F238E27FC236}">
                <a16:creationId xmlns:a16="http://schemas.microsoft.com/office/drawing/2014/main" id="{248D6198-98B4-DE7A-5E8F-E3CECAFB42ED}"/>
              </a:ext>
            </a:extLst>
          </p:cNvPr>
          <p:cNvSpPr/>
          <p:nvPr/>
        </p:nvSpPr>
        <p:spPr>
          <a:xfrm rot="5400000">
            <a:off x="3647599" y="6526269"/>
            <a:ext cx="76676" cy="65723"/>
          </a:xfrm>
          <a:prstGeom prst="triangle">
            <a:avLst/>
          </a:prstGeom>
          <a:solidFill>
            <a:srgbClr val="001869"/>
          </a:solidFill>
          <a:ln w="0">
            <a:noFill/>
          </a:ln>
        </p:spPr>
      </p:sp>
      <p:sp>
        <p:nvSpPr>
          <p:cNvPr id="167" name="Object 117">
            <a:extLst>
              <a:ext uri="{FF2B5EF4-FFF2-40B4-BE49-F238E27FC236}">
                <a16:creationId xmlns:a16="http://schemas.microsoft.com/office/drawing/2014/main" id="{172F29FE-C624-3249-1AC7-CD5E1692F524}"/>
              </a:ext>
            </a:extLst>
          </p:cNvPr>
          <p:cNvSpPr/>
          <p:nvPr/>
        </p:nvSpPr>
        <p:spPr>
          <a:xfrm>
            <a:off x="1916906" y="5551385"/>
            <a:ext cx="65723" cy="76676"/>
          </a:xfrm>
          <a:prstGeom prst="triangle">
            <a:avLst/>
          </a:prstGeom>
          <a:solidFill>
            <a:srgbClr val="001869"/>
          </a:solidFill>
          <a:ln w="0"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Equation 29">
                <a:extLst>
                  <a:ext uri="{FF2B5EF4-FFF2-40B4-BE49-F238E27FC236}">
                    <a16:creationId xmlns:a16="http://schemas.microsoft.com/office/drawing/2014/main" id="{EE697F9B-4055-2864-685A-6373C69A458E}"/>
                  </a:ext>
                </a:extLst>
              </p:cNvPr>
              <p:cNvSpPr txBox="1"/>
              <p:nvPr/>
            </p:nvSpPr>
            <p:spPr>
              <a:xfrm>
                <a:off x="3527107" y="6570084"/>
                <a:ext cx="219075" cy="23002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𝒕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8" name="Equation 29">
                <a:extLst>
                  <a:ext uri="{FF2B5EF4-FFF2-40B4-BE49-F238E27FC236}">
                    <a16:creationId xmlns:a16="http://schemas.microsoft.com/office/drawing/2014/main" id="{EE697F9B-4055-2864-685A-6373C69A4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107" y="6570084"/>
                <a:ext cx="219075" cy="230029"/>
              </a:xfrm>
              <a:prstGeom prst="rect">
                <a:avLst/>
              </a:prstGeom>
              <a:blipFill>
                <a:blip r:embed="rId31"/>
                <a:stretch>
                  <a:fillRect l="-27778" b="-2105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Editable Curve 118">
            <a:extLst>
              <a:ext uri="{FF2B5EF4-FFF2-40B4-BE49-F238E27FC236}">
                <a16:creationId xmlns:a16="http://schemas.microsoft.com/office/drawing/2014/main" id="{FBE34928-7D29-7770-F865-02E87F6EF042}"/>
              </a:ext>
            </a:extLst>
          </p:cNvPr>
          <p:cNvSpPr/>
          <p:nvPr/>
        </p:nvSpPr>
        <p:spPr>
          <a:xfrm>
            <a:off x="1993582" y="5656574"/>
            <a:ext cx="656182" cy="109928"/>
          </a:xfrm>
          <a:custGeom>
            <a:avLst/>
            <a:gdLst/>
            <a:ahLst/>
            <a:cxnLst/>
            <a:rect l="0" t="0" r="0" b="0"/>
            <a:pathLst>
              <a:path w="656182" h="109928">
                <a:moveTo>
                  <a:pt x="0" y="105204"/>
                </a:moveTo>
                <a:lnTo>
                  <a:pt x="38599" y="91093"/>
                </a:lnTo>
                <a:lnTo>
                  <a:pt x="77198" y="100382"/>
                </a:lnTo>
                <a:lnTo>
                  <a:pt x="115797" y="92429"/>
                </a:lnTo>
                <a:lnTo>
                  <a:pt x="154396" y="23513"/>
                </a:lnTo>
                <a:lnTo>
                  <a:pt x="192995" y="75906"/>
                </a:lnTo>
                <a:lnTo>
                  <a:pt x="231594" y="35754"/>
                </a:lnTo>
                <a:lnTo>
                  <a:pt x="270192" y="78505"/>
                </a:lnTo>
                <a:lnTo>
                  <a:pt x="308791" y="53895"/>
                </a:lnTo>
                <a:lnTo>
                  <a:pt x="347390" y="5831"/>
                </a:lnTo>
                <a:lnTo>
                  <a:pt x="385989" y="39237"/>
                </a:lnTo>
                <a:lnTo>
                  <a:pt x="424588" y="0"/>
                </a:lnTo>
                <a:lnTo>
                  <a:pt x="463187" y="84274"/>
                </a:lnTo>
                <a:lnTo>
                  <a:pt x="501786" y="68960"/>
                </a:lnTo>
                <a:lnTo>
                  <a:pt x="540385" y="69253"/>
                </a:lnTo>
                <a:lnTo>
                  <a:pt x="578984" y="78138"/>
                </a:lnTo>
                <a:lnTo>
                  <a:pt x="617583" y="32136"/>
                </a:lnTo>
                <a:lnTo>
                  <a:pt x="656182" y="109928"/>
                </a:lnTo>
              </a:path>
            </a:pathLst>
          </a:custGeom>
          <a:noFill/>
          <a:ln w="10954">
            <a:solidFill>
              <a:srgbClr val="1260FA"/>
            </a:solidFill>
          </a:ln>
        </p:spPr>
      </p:sp>
      <p:sp>
        <p:nvSpPr>
          <p:cNvPr id="170" name="Editable Curve 119">
            <a:extLst>
              <a:ext uri="{FF2B5EF4-FFF2-40B4-BE49-F238E27FC236}">
                <a16:creationId xmlns:a16="http://schemas.microsoft.com/office/drawing/2014/main" id="{20FBC264-712F-62B0-74BB-31DD94148949}"/>
              </a:ext>
            </a:extLst>
          </p:cNvPr>
          <p:cNvSpPr/>
          <p:nvPr/>
        </p:nvSpPr>
        <p:spPr>
          <a:xfrm>
            <a:off x="2919957" y="5662665"/>
            <a:ext cx="694781" cy="101752"/>
          </a:xfrm>
          <a:custGeom>
            <a:avLst/>
            <a:gdLst/>
            <a:ahLst/>
            <a:cxnLst/>
            <a:rect l="0" t="0" r="0" b="0"/>
            <a:pathLst>
              <a:path w="694781" h="101752">
                <a:moveTo>
                  <a:pt x="0" y="73113"/>
                </a:moveTo>
                <a:lnTo>
                  <a:pt x="38599" y="35843"/>
                </a:lnTo>
                <a:lnTo>
                  <a:pt x="77198" y="15045"/>
                </a:lnTo>
                <a:lnTo>
                  <a:pt x="115797" y="33732"/>
                </a:lnTo>
                <a:lnTo>
                  <a:pt x="154396" y="2076"/>
                </a:lnTo>
                <a:lnTo>
                  <a:pt x="192995" y="93011"/>
                </a:lnTo>
                <a:lnTo>
                  <a:pt x="231594" y="66234"/>
                </a:lnTo>
                <a:lnTo>
                  <a:pt x="270193" y="88542"/>
                </a:lnTo>
                <a:lnTo>
                  <a:pt x="308791" y="71844"/>
                </a:lnTo>
                <a:lnTo>
                  <a:pt x="347390" y="33590"/>
                </a:lnTo>
                <a:lnTo>
                  <a:pt x="385989" y="97750"/>
                </a:lnTo>
                <a:lnTo>
                  <a:pt x="424588" y="57917"/>
                </a:lnTo>
                <a:lnTo>
                  <a:pt x="463187" y="101752"/>
                </a:lnTo>
                <a:lnTo>
                  <a:pt x="501786" y="48624"/>
                </a:lnTo>
                <a:lnTo>
                  <a:pt x="540385" y="12122"/>
                </a:lnTo>
                <a:lnTo>
                  <a:pt x="578984" y="35948"/>
                </a:lnTo>
                <a:lnTo>
                  <a:pt x="617583" y="0"/>
                </a:lnTo>
                <a:lnTo>
                  <a:pt x="656182" y="76220"/>
                </a:lnTo>
                <a:lnTo>
                  <a:pt x="694781" y="31302"/>
                </a:lnTo>
              </a:path>
            </a:pathLst>
          </a:custGeom>
          <a:noFill/>
          <a:ln w="10954">
            <a:solidFill>
              <a:srgbClr val="1260FA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1" name="Equation 30">
                <a:extLst>
                  <a:ext uri="{FF2B5EF4-FFF2-40B4-BE49-F238E27FC236}">
                    <a16:creationId xmlns:a16="http://schemas.microsoft.com/office/drawing/2014/main" id="{064B4B7E-A067-280B-36C5-CA5C477AB912}"/>
                  </a:ext>
                </a:extLst>
              </p:cNvPr>
              <p:cNvSpPr txBox="1"/>
              <p:nvPr/>
            </p:nvSpPr>
            <p:spPr>
              <a:xfrm>
                <a:off x="1610201" y="5595201"/>
                <a:ext cx="295751" cy="2738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71" name="Equation 30">
                <a:extLst>
                  <a:ext uri="{FF2B5EF4-FFF2-40B4-BE49-F238E27FC236}">
                    <a16:creationId xmlns:a16="http://schemas.microsoft.com/office/drawing/2014/main" id="{064B4B7E-A067-280B-36C5-CA5C477AB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201" y="5595201"/>
                <a:ext cx="295751" cy="273844"/>
              </a:xfrm>
              <a:prstGeom prst="rect">
                <a:avLst/>
              </a:prstGeom>
              <a:blipFill>
                <a:blip r:embed="rId32"/>
                <a:stretch>
                  <a:fillRect l="-28571" r="-2041" b="-2444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Editable Curve 120">
            <a:extLst>
              <a:ext uri="{FF2B5EF4-FFF2-40B4-BE49-F238E27FC236}">
                <a16:creationId xmlns:a16="http://schemas.microsoft.com/office/drawing/2014/main" id="{D8EA9455-3B74-F894-6A4C-E43E85B8348E}"/>
              </a:ext>
            </a:extLst>
          </p:cNvPr>
          <p:cNvSpPr/>
          <p:nvPr/>
        </p:nvSpPr>
        <p:spPr>
          <a:xfrm>
            <a:off x="1993582" y="6013209"/>
            <a:ext cx="656182" cy="109288"/>
          </a:xfrm>
          <a:custGeom>
            <a:avLst/>
            <a:gdLst/>
            <a:ahLst/>
            <a:cxnLst/>
            <a:rect l="0" t="0" r="0" b="0"/>
            <a:pathLst>
              <a:path w="656182" h="109288">
                <a:moveTo>
                  <a:pt x="0" y="103210"/>
                </a:moveTo>
                <a:lnTo>
                  <a:pt x="38599" y="84724"/>
                </a:lnTo>
                <a:lnTo>
                  <a:pt x="77198" y="109288"/>
                </a:lnTo>
                <a:lnTo>
                  <a:pt x="115797" y="28604"/>
                </a:lnTo>
                <a:lnTo>
                  <a:pt x="154396" y="76366"/>
                </a:lnTo>
                <a:lnTo>
                  <a:pt x="192995" y="57064"/>
                </a:lnTo>
                <a:lnTo>
                  <a:pt x="231594" y="68734"/>
                </a:lnTo>
                <a:lnTo>
                  <a:pt x="270192" y="77842"/>
                </a:lnTo>
                <a:lnTo>
                  <a:pt x="308791" y="0"/>
                </a:lnTo>
                <a:lnTo>
                  <a:pt x="347390" y="39451"/>
                </a:lnTo>
                <a:lnTo>
                  <a:pt x="385989" y="241"/>
                </a:lnTo>
                <a:lnTo>
                  <a:pt x="424588" y="59284"/>
                </a:lnTo>
                <a:lnTo>
                  <a:pt x="463187" y="76691"/>
                </a:lnTo>
                <a:lnTo>
                  <a:pt x="501786" y="44943"/>
                </a:lnTo>
                <a:lnTo>
                  <a:pt x="540385" y="80154"/>
                </a:lnTo>
                <a:lnTo>
                  <a:pt x="578984" y="24020"/>
                </a:lnTo>
                <a:lnTo>
                  <a:pt x="617583" y="96192"/>
                </a:lnTo>
                <a:lnTo>
                  <a:pt x="656182" y="93720"/>
                </a:lnTo>
              </a:path>
            </a:pathLst>
          </a:custGeom>
          <a:noFill/>
          <a:ln w="10954">
            <a:solidFill>
              <a:srgbClr val="1260FA"/>
            </a:solidFill>
          </a:ln>
        </p:spPr>
      </p:sp>
      <p:sp>
        <p:nvSpPr>
          <p:cNvPr id="173" name="Editable Curve 121">
            <a:extLst>
              <a:ext uri="{FF2B5EF4-FFF2-40B4-BE49-F238E27FC236}">
                <a16:creationId xmlns:a16="http://schemas.microsoft.com/office/drawing/2014/main" id="{79FEA097-1165-A96E-E07C-B68432262819}"/>
              </a:ext>
            </a:extLst>
          </p:cNvPr>
          <p:cNvSpPr/>
          <p:nvPr/>
        </p:nvSpPr>
        <p:spPr>
          <a:xfrm>
            <a:off x="2919957" y="6011413"/>
            <a:ext cx="694781" cy="103659"/>
          </a:xfrm>
          <a:custGeom>
            <a:avLst/>
            <a:gdLst/>
            <a:ahLst/>
            <a:cxnLst/>
            <a:rect l="0" t="0" r="0" b="0"/>
            <a:pathLst>
              <a:path w="694781" h="103659">
                <a:moveTo>
                  <a:pt x="0" y="64353"/>
                </a:moveTo>
                <a:lnTo>
                  <a:pt x="38599" y="7425"/>
                </a:lnTo>
                <a:lnTo>
                  <a:pt x="77198" y="43927"/>
                </a:lnTo>
                <a:lnTo>
                  <a:pt x="115797" y="0"/>
                </a:lnTo>
                <a:lnTo>
                  <a:pt x="154396" y="78507"/>
                </a:lnTo>
                <a:lnTo>
                  <a:pt x="192995" y="79614"/>
                </a:lnTo>
                <a:lnTo>
                  <a:pt x="231594" y="72023"/>
                </a:lnTo>
                <a:lnTo>
                  <a:pt x="270193" y="90457"/>
                </a:lnTo>
                <a:lnTo>
                  <a:pt x="308791" y="31767"/>
                </a:lnTo>
                <a:lnTo>
                  <a:pt x="347390" y="103659"/>
                </a:lnTo>
                <a:lnTo>
                  <a:pt x="385989" y="80138"/>
                </a:lnTo>
                <a:lnTo>
                  <a:pt x="424588" y="102073"/>
                </a:lnTo>
                <a:lnTo>
                  <a:pt x="463187" y="85708"/>
                </a:lnTo>
                <a:lnTo>
                  <a:pt x="501786" y="16294"/>
                </a:lnTo>
                <a:lnTo>
                  <a:pt x="540385" y="56570"/>
                </a:lnTo>
                <a:lnTo>
                  <a:pt x="578984" y="12188"/>
                </a:lnTo>
                <a:lnTo>
                  <a:pt x="617583" y="71980"/>
                </a:lnTo>
                <a:lnTo>
                  <a:pt x="656182" y="53311"/>
                </a:lnTo>
                <a:lnTo>
                  <a:pt x="694781" y="23091"/>
                </a:lnTo>
              </a:path>
            </a:pathLst>
          </a:custGeom>
          <a:noFill/>
          <a:ln w="10954">
            <a:solidFill>
              <a:srgbClr val="1260FA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Equation 31">
                <a:extLst>
                  <a:ext uri="{FF2B5EF4-FFF2-40B4-BE49-F238E27FC236}">
                    <a16:creationId xmlns:a16="http://schemas.microsoft.com/office/drawing/2014/main" id="{FC673CCF-F731-2B43-3649-27107021FD2D}"/>
                  </a:ext>
                </a:extLst>
              </p:cNvPr>
              <p:cNvSpPr txBox="1"/>
              <p:nvPr/>
            </p:nvSpPr>
            <p:spPr>
              <a:xfrm>
                <a:off x="1610201" y="5951197"/>
                <a:ext cx="295751" cy="2738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74" name="Equation 31">
                <a:extLst>
                  <a:ext uri="{FF2B5EF4-FFF2-40B4-BE49-F238E27FC236}">
                    <a16:creationId xmlns:a16="http://schemas.microsoft.com/office/drawing/2014/main" id="{FC673CCF-F731-2B43-3649-27107021F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201" y="5951197"/>
                <a:ext cx="295751" cy="273844"/>
              </a:xfrm>
              <a:prstGeom prst="rect">
                <a:avLst/>
              </a:prstGeom>
              <a:blipFill>
                <a:blip r:embed="rId33"/>
                <a:stretch>
                  <a:fillRect l="-28571" r="-2041" b="-2444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Editable Curve 122">
            <a:extLst>
              <a:ext uri="{FF2B5EF4-FFF2-40B4-BE49-F238E27FC236}">
                <a16:creationId xmlns:a16="http://schemas.microsoft.com/office/drawing/2014/main" id="{F4A2F143-0068-2306-0359-F885D90F3E41}"/>
              </a:ext>
            </a:extLst>
          </p:cNvPr>
          <p:cNvSpPr/>
          <p:nvPr/>
        </p:nvSpPr>
        <p:spPr>
          <a:xfrm>
            <a:off x="1993582" y="6370988"/>
            <a:ext cx="1621155" cy="114038"/>
          </a:xfrm>
          <a:custGeom>
            <a:avLst/>
            <a:gdLst/>
            <a:ahLst/>
            <a:cxnLst/>
            <a:rect l="0" t="0" r="0" b="0"/>
            <a:pathLst>
              <a:path w="1621155" h="114038">
                <a:moveTo>
                  <a:pt x="0" y="70453"/>
                </a:moveTo>
                <a:lnTo>
                  <a:pt x="38599" y="111180"/>
                </a:lnTo>
                <a:lnTo>
                  <a:pt x="77198" y="40066"/>
                </a:lnTo>
                <a:lnTo>
                  <a:pt x="115797" y="65628"/>
                </a:lnTo>
                <a:lnTo>
                  <a:pt x="154396" y="80196"/>
                </a:lnTo>
                <a:lnTo>
                  <a:pt x="192995" y="60622"/>
                </a:lnTo>
                <a:lnTo>
                  <a:pt x="231594" y="95882"/>
                </a:lnTo>
                <a:lnTo>
                  <a:pt x="270192" y="6707"/>
                </a:lnTo>
                <a:lnTo>
                  <a:pt x="308791" y="32275"/>
                </a:lnTo>
                <a:lnTo>
                  <a:pt x="347390" y="11114"/>
                </a:lnTo>
                <a:lnTo>
                  <a:pt x="385989" y="33014"/>
                </a:lnTo>
                <a:lnTo>
                  <a:pt x="424588" y="82386"/>
                </a:lnTo>
                <a:lnTo>
                  <a:pt x="463187" y="27147"/>
                </a:lnTo>
                <a:lnTo>
                  <a:pt x="501786" y="69650"/>
                </a:lnTo>
                <a:lnTo>
                  <a:pt x="540385" y="22675"/>
                </a:lnTo>
                <a:lnTo>
                  <a:pt x="578984" y="70308"/>
                </a:lnTo>
                <a:lnTo>
                  <a:pt x="617583" y="105552"/>
                </a:lnTo>
                <a:lnTo>
                  <a:pt x="656182" y="80880"/>
                </a:lnTo>
                <a:lnTo>
                  <a:pt x="694781" y="114038"/>
                </a:lnTo>
                <a:lnTo>
                  <a:pt x="733380" y="29676"/>
                </a:lnTo>
                <a:lnTo>
                  <a:pt x="771979" y="64179"/>
                </a:lnTo>
                <a:lnTo>
                  <a:pt x="810578" y="53035"/>
                </a:lnTo>
                <a:lnTo>
                  <a:pt x="849176" y="55773"/>
                </a:lnTo>
                <a:lnTo>
                  <a:pt x="887775" y="82039"/>
                </a:lnTo>
                <a:lnTo>
                  <a:pt x="926374" y="1126"/>
                </a:lnTo>
                <a:lnTo>
                  <a:pt x="964973" y="36668"/>
                </a:lnTo>
                <a:lnTo>
                  <a:pt x="1003572" y="0"/>
                </a:lnTo>
                <a:lnTo>
                  <a:pt x="1042171" y="47793"/>
                </a:lnTo>
                <a:lnTo>
                  <a:pt x="1080770" y="83400"/>
                </a:lnTo>
                <a:lnTo>
                  <a:pt x="1119369" y="46854"/>
                </a:lnTo>
                <a:lnTo>
                  <a:pt x="1157968" y="86975"/>
                </a:lnTo>
                <a:lnTo>
                  <a:pt x="1196567" y="26175"/>
                </a:lnTo>
                <a:lnTo>
                  <a:pt x="1235166" y="85057"/>
                </a:lnTo>
                <a:lnTo>
                  <a:pt x="1273765" y="94142"/>
                </a:lnTo>
                <a:lnTo>
                  <a:pt x="1312364" y="87668"/>
                </a:lnTo>
                <a:lnTo>
                  <a:pt x="1350962" y="106263"/>
                </a:lnTo>
                <a:lnTo>
                  <a:pt x="1389561" y="18923"/>
                </a:lnTo>
                <a:lnTo>
                  <a:pt x="1428160" y="57821"/>
                </a:lnTo>
                <a:lnTo>
                  <a:pt x="1466759" y="26253"/>
                </a:lnTo>
                <a:lnTo>
                  <a:pt x="1505358" y="54642"/>
                </a:lnTo>
                <a:lnTo>
                  <a:pt x="1543957" y="68823"/>
                </a:lnTo>
                <a:lnTo>
                  <a:pt x="1582556" y="6052"/>
                </a:lnTo>
                <a:lnTo>
                  <a:pt x="1621155" y="44145"/>
                </a:lnTo>
              </a:path>
            </a:pathLst>
          </a:custGeom>
          <a:noFill/>
          <a:ln w="12049">
            <a:solidFill>
              <a:srgbClr val="1260FA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6" name="Equation 32">
                <a:extLst>
                  <a:ext uri="{FF2B5EF4-FFF2-40B4-BE49-F238E27FC236}">
                    <a16:creationId xmlns:a16="http://schemas.microsoft.com/office/drawing/2014/main" id="{A215058B-F619-920A-3DD0-E97890F56007}"/>
                  </a:ext>
                </a:extLst>
              </p:cNvPr>
              <p:cNvSpPr txBox="1"/>
              <p:nvPr/>
            </p:nvSpPr>
            <p:spPr>
              <a:xfrm>
                <a:off x="1610201" y="6307194"/>
                <a:ext cx="295751" cy="2738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76" name="Equation 32">
                <a:extLst>
                  <a:ext uri="{FF2B5EF4-FFF2-40B4-BE49-F238E27FC236}">
                    <a16:creationId xmlns:a16="http://schemas.microsoft.com/office/drawing/2014/main" id="{A215058B-F619-920A-3DD0-E97890F56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201" y="6307194"/>
                <a:ext cx="295751" cy="273844"/>
              </a:xfrm>
              <a:prstGeom prst="rect">
                <a:avLst/>
              </a:prstGeom>
              <a:blipFill>
                <a:blip r:embed="rId34"/>
                <a:stretch>
                  <a:fillRect l="-28571" r="-4082" b="-2444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7" name="Equation 33">
                <a:extLst>
                  <a:ext uri="{FF2B5EF4-FFF2-40B4-BE49-F238E27FC236}">
                    <a16:creationId xmlns:a16="http://schemas.microsoft.com/office/drawing/2014/main" id="{32CFA609-C15D-C0F7-9907-842490FA0903}"/>
                  </a:ext>
                </a:extLst>
              </p:cNvPr>
              <p:cNvSpPr txBox="1"/>
              <p:nvPr/>
            </p:nvSpPr>
            <p:spPr>
              <a:xfrm>
                <a:off x="1938814" y="6648940"/>
                <a:ext cx="1763554" cy="59150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 sz="2200" b="1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𝑿</m:t>
                          </m:r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∈</m:t>
                          </m:r>
                          <m:sSup>
                            <m:sSup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ℝ</m:t>
                              </m:r>
                            </m:e>
                            <m:sup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𝑪</m:t>
                              </m:r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×</m:t>
                              </m:r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𝑳</m:t>
                              </m:r>
                            </m:sup>
                          </m:sSup>
                        </m:e>
                        <m:e>
                          <m:r>
                            <m:rPr>
                              <m:nor/>
                            </m:rPr>
                            <a:rPr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Mask </m:t>
                          </m:r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𝑴</m:t>
                          </m:r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77" name="Equation 33">
                <a:extLst>
                  <a:ext uri="{FF2B5EF4-FFF2-40B4-BE49-F238E27FC236}">
                    <a16:creationId xmlns:a16="http://schemas.microsoft.com/office/drawing/2014/main" id="{32CFA609-C15D-C0F7-9907-842490FA0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814" y="6648940"/>
                <a:ext cx="1763554" cy="591503"/>
              </a:xfrm>
              <a:prstGeom prst="rect">
                <a:avLst/>
              </a:prstGeom>
              <a:blipFill>
                <a:blip r:embed="rId35"/>
                <a:stretch>
                  <a:fillRect t="-6186" b="-1340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Object 123">
            <a:extLst>
              <a:ext uri="{FF2B5EF4-FFF2-40B4-BE49-F238E27FC236}">
                <a16:creationId xmlns:a16="http://schemas.microsoft.com/office/drawing/2014/main" id="{1D7D9810-4909-C21F-8B6D-907B6DD350AD}"/>
              </a:ext>
            </a:extLst>
          </p:cNvPr>
          <p:cNvSpPr/>
          <p:nvPr/>
        </p:nvSpPr>
        <p:spPr>
          <a:xfrm>
            <a:off x="1522571" y="7358754"/>
            <a:ext cx="2563177" cy="19278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" name="Object 124">
            <a:extLst>
              <a:ext uri="{FF2B5EF4-FFF2-40B4-BE49-F238E27FC236}">
                <a16:creationId xmlns:a16="http://schemas.microsoft.com/office/drawing/2014/main" id="{69D98FFD-A8A5-A818-43AF-AA40D5B8F602}"/>
              </a:ext>
            </a:extLst>
          </p:cNvPr>
          <p:cNvSpPr/>
          <p:nvPr/>
        </p:nvSpPr>
        <p:spPr>
          <a:xfrm>
            <a:off x="1533525" y="7369708"/>
            <a:ext cx="2541270" cy="339566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" name="Object 125">
            <a:extLst>
              <a:ext uri="{FF2B5EF4-FFF2-40B4-BE49-F238E27FC236}">
                <a16:creationId xmlns:a16="http://schemas.microsoft.com/office/drawing/2014/main" id="{08155628-9B3E-8852-01B8-13EC87CE5286}"/>
              </a:ext>
            </a:extLst>
          </p:cNvPr>
          <p:cNvSpPr txBox="1"/>
          <p:nvPr/>
        </p:nvSpPr>
        <p:spPr>
          <a:xfrm>
            <a:off x="1555432" y="7369708"/>
            <a:ext cx="2452687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Candidate Inputs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Equation 34">
                <a:extLst>
                  <a:ext uri="{FF2B5EF4-FFF2-40B4-BE49-F238E27FC236}">
                    <a16:creationId xmlns:a16="http://schemas.microsoft.com/office/drawing/2014/main" id="{FA3F0DAA-04A1-1753-1E10-FAF06238D0F8}"/>
                  </a:ext>
                </a:extLst>
              </p:cNvPr>
              <p:cNvSpPr txBox="1"/>
              <p:nvPr/>
            </p:nvSpPr>
            <p:spPr>
              <a:xfrm>
                <a:off x="1621155" y="7720228"/>
                <a:ext cx="690086" cy="29575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p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81" name="Equation 34">
                <a:extLst>
                  <a:ext uri="{FF2B5EF4-FFF2-40B4-BE49-F238E27FC236}">
                    <a16:creationId xmlns:a16="http://schemas.microsoft.com/office/drawing/2014/main" id="{FA3F0DAA-04A1-1753-1E10-FAF06238D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155" y="7720228"/>
                <a:ext cx="690086" cy="295751"/>
              </a:xfrm>
              <a:prstGeom prst="rect">
                <a:avLst/>
              </a:prstGeom>
              <a:blipFill>
                <a:blip r:embed="rId36"/>
                <a:stretch>
                  <a:fillRect l="-885" b="-1428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Equation 35">
                <a:extLst>
                  <a:ext uri="{FF2B5EF4-FFF2-40B4-BE49-F238E27FC236}">
                    <a16:creationId xmlns:a16="http://schemas.microsoft.com/office/drawing/2014/main" id="{9C8BEE97-336C-E953-C4F4-DB0A560EA2A6}"/>
                  </a:ext>
                </a:extLst>
              </p:cNvPr>
              <p:cNvSpPr txBox="1"/>
              <p:nvPr/>
            </p:nvSpPr>
            <p:spPr>
              <a:xfrm>
                <a:off x="2453640" y="7720228"/>
                <a:ext cx="690086" cy="29575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p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86" name="Equation 35">
                <a:extLst>
                  <a:ext uri="{FF2B5EF4-FFF2-40B4-BE49-F238E27FC236}">
                    <a16:creationId xmlns:a16="http://schemas.microsoft.com/office/drawing/2014/main" id="{9C8BEE97-336C-E953-C4F4-DB0A560EA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640" y="7720228"/>
                <a:ext cx="690086" cy="295751"/>
              </a:xfrm>
              <a:prstGeom prst="rect">
                <a:avLst/>
              </a:prstGeom>
              <a:blipFill>
                <a:blip r:embed="rId37"/>
                <a:stretch>
                  <a:fillRect l="-1770" b="-1428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Equation 36">
                <a:extLst>
                  <a:ext uri="{FF2B5EF4-FFF2-40B4-BE49-F238E27FC236}">
                    <a16:creationId xmlns:a16="http://schemas.microsoft.com/office/drawing/2014/main" id="{F22C9062-0A51-2786-7D99-F6C662D0CA32}"/>
                  </a:ext>
                </a:extLst>
              </p:cNvPr>
              <p:cNvSpPr txBox="1"/>
              <p:nvPr/>
            </p:nvSpPr>
            <p:spPr>
              <a:xfrm>
                <a:off x="3286125" y="7720228"/>
                <a:ext cx="690086" cy="29575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p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91" name="Equation 36">
                <a:extLst>
                  <a:ext uri="{FF2B5EF4-FFF2-40B4-BE49-F238E27FC236}">
                    <a16:creationId xmlns:a16="http://schemas.microsoft.com/office/drawing/2014/main" id="{F22C9062-0A51-2786-7D99-F6C662D0C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125" y="7720228"/>
                <a:ext cx="690086" cy="295751"/>
              </a:xfrm>
              <a:prstGeom prst="rect">
                <a:avLst/>
              </a:prstGeom>
              <a:blipFill>
                <a:blip r:embed="rId38"/>
                <a:stretch>
                  <a:fillRect l="-885" b="-1428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Equation 37">
                <a:extLst>
                  <a:ext uri="{FF2B5EF4-FFF2-40B4-BE49-F238E27FC236}">
                    <a16:creationId xmlns:a16="http://schemas.microsoft.com/office/drawing/2014/main" id="{A6759E2E-E38D-83D4-72E2-0D6CBC0507F2}"/>
                  </a:ext>
                </a:extLst>
              </p:cNvPr>
              <p:cNvSpPr txBox="1"/>
              <p:nvPr/>
            </p:nvSpPr>
            <p:spPr>
              <a:xfrm>
                <a:off x="1949768" y="8497944"/>
                <a:ext cx="690086" cy="29575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p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96" name="Equation 37">
                <a:extLst>
                  <a:ext uri="{FF2B5EF4-FFF2-40B4-BE49-F238E27FC236}">
                    <a16:creationId xmlns:a16="http://schemas.microsoft.com/office/drawing/2014/main" id="{A6759E2E-E38D-83D4-72E2-0D6CBC050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768" y="8497944"/>
                <a:ext cx="690086" cy="295751"/>
              </a:xfrm>
              <a:prstGeom prst="rect">
                <a:avLst/>
              </a:prstGeom>
              <a:blipFill>
                <a:blip r:embed="rId39"/>
                <a:stretch>
                  <a:fillRect l="-885" b="-1428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Equation 38">
                <a:extLst>
                  <a:ext uri="{FF2B5EF4-FFF2-40B4-BE49-F238E27FC236}">
                    <a16:creationId xmlns:a16="http://schemas.microsoft.com/office/drawing/2014/main" id="{1A9A2169-42E1-0BC7-D508-5FE2B36DBBA5}"/>
                  </a:ext>
                </a:extLst>
              </p:cNvPr>
              <p:cNvSpPr txBox="1"/>
              <p:nvPr/>
            </p:nvSpPr>
            <p:spPr>
              <a:xfrm>
                <a:off x="2891790" y="8497944"/>
                <a:ext cx="690086" cy="29575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p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01" name="Equation 38">
                <a:extLst>
                  <a:ext uri="{FF2B5EF4-FFF2-40B4-BE49-F238E27FC236}">
                    <a16:creationId xmlns:a16="http://schemas.microsoft.com/office/drawing/2014/main" id="{1A9A2169-42E1-0BC7-D508-5FE2B36DB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790" y="8497944"/>
                <a:ext cx="690086" cy="295751"/>
              </a:xfrm>
              <a:prstGeom prst="rect">
                <a:avLst/>
              </a:prstGeom>
              <a:blipFill>
                <a:blip r:embed="rId40"/>
                <a:stretch>
                  <a:fillRect l="-877" b="-1428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" name="Object 146">
            <a:extLst>
              <a:ext uri="{FF2B5EF4-FFF2-40B4-BE49-F238E27FC236}">
                <a16:creationId xmlns:a16="http://schemas.microsoft.com/office/drawing/2014/main" id="{1D535A95-58F8-D4B3-F508-895FFC757A86}"/>
              </a:ext>
            </a:extLst>
          </p:cNvPr>
          <p:cNvSpPr/>
          <p:nvPr/>
        </p:nvSpPr>
        <p:spPr>
          <a:xfrm>
            <a:off x="4337685" y="5157051"/>
            <a:ext cx="2880836" cy="201549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7" name="Object 147">
            <a:extLst>
              <a:ext uri="{FF2B5EF4-FFF2-40B4-BE49-F238E27FC236}">
                <a16:creationId xmlns:a16="http://schemas.microsoft.com/office/drawing/2014/main" id="{F1798220-C853-428F-81A6-3A4924C414AA}"/>
              </a:ext>
            </a:extLst>
          </p:cNvPr>
          <p:cNvSpPr/>
          <p:nvPr/>
        </p:nvSpPr>
        <p:spPr>
          <a:xfrm>
            <a:off x="4348639" y="5168004"/>
            <a:ext cx="2858929" cy="339566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8" name="Object 148">
            <a:extLst>
              <a:ext uri="{FF2B5EF4-FFF2-40B4-BE49-F238E27FC236}">
                <a16:creationId xmlns:a16="http://schemas.microsoft.com/office/drawing/2014/main" id="{2D6AD01A-B7BF-2687-B343-5699E4141D52}"/>
              </a:ext>
            </a:extLst>
          </p:cNvPr>
          <p:cNvSpPr txBox="1"/>
          <p:nvPr/>
        </p:nvSpPr>
        <p:spPr>
          <a:xfrm>
            <a:off x="4370545" y="5168004"/>
            <a:ext cx="2771299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Keep Reference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Equation 39">
                <a:extLst>
                  <a:ext uri="{FF2B5EF4-FFF2-40B4-BE49-F238E27FC236}">
                    <a16:creationId xmlns:a16="http://schemas.microsoft.com/office/drawing/2014/main" id="{733FF51B-1AD3-F034-1BA9-27538F818132}"/>
                  </a:ext>
                </a:extLst>
              </p:cNvPr>
              <p:cNvSpPr txBox="1"/>
              <p:nvPr/>
            </p:nvSpPr>
            <p:spPr>
              <a:xfrm>
                <a:off x="4403408" y="5551385"/>
                <a:ext cx="2760345" cy="36147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p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</m:sup>
                      </m:sSup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</m:sub>
                      </m:sSub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(</m:t>
                      </m:r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𝑿</m:t>
                      </m:r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,</m:t>
                      </m:r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𝑴</m:t>
                      </m:r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09" name="Equation 39">
                <a:extLst>
                  <a:ext uri="{FF2B5EF4-FFF2-40B4-BE49-F238E27FC236}">
                    <a16:creationId xmlns:a16="http://schemas.microsoft.com/office/drawing/2014/main" id="{733FF51B-1AD3-F034-1BA9-27538F818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408" y="5551385"/>
                <a:ext cx="2760345" cy="361474"/>
              </a:xfrm>
              <a:prstGeom prst="rect">
                <a:avLst/>
              </a:prstGeom>
              <a:blipFill>
                <a:blip r:embed="rId41"/>
                <a:stretch>
                  <a:fillRect b="-2711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Object 152">
            <a:extLst>
              <a:ext uri="{FF2B5EF4-FFF2-40B4-BE49-F238E27FC236}">
                <a16:creationId xmlns:a16="http://schemas.microsoft.com/office/drawing/2014/main" id="{172B2D3F-6B5C-6974-C1C2-ED5EB1FC3D47}"/>
              </a:ext>
            </a:extLst>
          </p:cNvPr>
          <p:cNvSpPr txBox="1"/>
          <p:nvPr/>
        </p:nvSpPr>
        <p:spPr>
          <a:xfrm>
            <a:off x="4392454" y="6865835"/>
            <a:ext cx="2760345" cy="2738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Cached Forecast</a:t>
            </a:r>
          </a:p>
        </p:txBody>
      </p:sp>
      <p:sp>
        <p:nvSpPr>
          <p:cNvPr id="230" name="Object 153">
            <a:extLst>
              <a:ext uri="{FF2B5EF4-FFF2-40B4-BE49-F238E27FC236}">
                <a16:creationId xmlns:a16="http://schemas.microsoft.com/office/drawing/2014/main" id="{64335849-4754-9E5B-2C41-2F5F99058150}"/>
              </a:ext>
            </a:extLst>
          </p:cNvPr>
          <p:cNvSpPr/>
          <p:nvPr/>
        </p:nvSpPr>
        <p:spPr>
          <a:xfrm>
            <a:off x="4337685" y="7271124"/>
            <a:ext cx="2880836" cy="74485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1" name="Object 154">
            <a:extLst>
              <a:ext uri="{FF2B5EF4-FFF2-40B4-BE49-F238E27FC236}">
                <a16:creationId xmlns:a16="http://schemas.microsoft.com/office/drawing/2014/main" id="{C0D2A08F-FD64-2477-5301-990EE62FBC2C}"/>
              </a:ext>
            </a:extLst>
          </p:cNvPr>
          <p:cNvSpPr/>
          <p:nvPr/>
        </p:nvSpPr>
        <p:spPr>
          <a:xfrm>
            <a:off x="4348639" y="7282078"/>
            <a:ext cx="2858929" cy="339566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" name="Object 155">
            <a:extLst>
              <a:ext uri="{FF2B5EF4-FFF2-40B4-BE49-F238E27FC236}">
                <a16:creationId xmlns:a16="http://schemas.microsoft.com/office/drawing/2014/main" id="{D79B7F45-D142-EE8D-661C-635A47AF8208}"/>
              </a:ext>
            </a:extLst>
          </p:cNvPr>
          <p:cNvSpPr txBox="1"/>
          <p:nvPr/>
        </p:nvSpPr>
        <p:spPr>
          <a:xfrm>
            <a:off x="4370546" y="7282078"/>
            <a:ext cx="2477294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Action State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Equation 42">
                <a:extLst>
                  <a:ext uri="{FF2B5EF4-FFF2-40B4-BE49-F238E27FC236}">
                    <a16:creationId xmlns:a16="http://schemas.microsoft.com/office/drawing/2014/main" id="{F0B9D6C4-1C77-EAE5-12B9-DFC97C67C0C7}"/>
                  </a:ext>
                </a:extLst>
              </p:cNvPr>
              <p:cNvSpPr txBox="1"/>
              <p:nvPr/>
            </p:nvSpPr>
            <p:spPr>
              <a:xfrm>
                <a:off x="4403408" y="7621644"/>
                <a:ext cx="2760345" cy="36147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𝒛</m:t>
                          </m:r>
                        </m:e>
                        <m: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=</m:t>
                      </m:r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𝝋</m:t>
                      </m:r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(</m:t>
                      </m:r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𝑿</m:t>
                      </m:r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,</m:t>
                      </m:r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𝑴</m:t>
                      </m:r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,</m:t>
                      </m:r>
                      <m:sSup>
                        <m:sSup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p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𝒂</m:t>
                          </m:r>
                        </m:sup>
                      </m:sSup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33" name="Equation 42">
                <a:extLst>
                  <a:ext uri="{FF2B5EF4-FFF2-40B4-BE49-F238E27FC236}">
                    <a16:creationId xmlns:a16="http://schemas.microsoft.com/office/drawing/2014/main" id="{F0B9D6C4-1C77-EAE5-12B9-DFC97C67C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408" y="7621644"/>
                <a:ext cx="2760345" cy="361474"/>
              </a:xfrm>
              <a:prstGeom prst="rect">
                <a:avLst/>
              </a:prstGeom>
              <a:blipFill>
                <a:blip r:embed="rId42"/>
                <a:stretch>
                  <a:fillRect b="-2166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Object 156">
            <a:extLst>
              <a:ext uri="{FF2B5EF4-FFF2-40B4-BE49-F238E27FC236}">
                <a16:creationId xmlns:a16="http://schemas.microsoft.com/office/drawing/2014/main" id="{0B5DF905-CD39-6398-8AD4-D53A532C75BE}"/>
              </a:ext>
            </a:extLst>
          </p:cNvPr>
          <p:cNvSpPr/>
          <p:nvPr/>
        </p:nvSpPr>
        <p:spPr>
          <a:xfrm>
            <a:off x="4337685" y="8092655"/>
            <a:ext cx="2880836" cy="119395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5" name="Object 157">
            <a:extLst>
              <a:ext uri="{FF2B5EF4-FFF2-40B4-BE49-F238E27FC236}">
                <a16:creationId xmlns:a16="http://schemas.microsoft.com/office/drawing/2014/main" id="{2F62D628-4213-FF4B-442C-573457263562}"/>
              </a:ext>
            </a:extLst>
          </p:cNvPr>
          <p:cNvSpPr/>
          <p:nvPr/>
        </p:nvSpPr>
        <p:spPr>
          <a:xfrm>
            <a:off x="4348639" y="8103609"/>
            <a:ext cx="2858929" cy="339566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6" name="Object 158">
            <a:extLst>
              <a:ext uri="{FF2B5EF4-FFF2-40B4-BE49-F238E27FC236}">
                <a16:creationId xmlns:a16="http://schemas.microsoft.com/office/drawing/2014/main" id="{0A4B4C95-9783-797C-C7DA-E0DC3B858EF8}"/>
              </a:ext>
            </a:extLst>
          </p:cNvPr>
          <p:cNvSpPr txBox="1"/>
          <p:nvPr/>
        </p:nvSpPr>
        <p:spPr>
          <a:xfrm>
            <a:off x="4370545" y="8103609"/>
            <a:ext cx="2749391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22 State Features</a:t>
            </a:r>
          </a:p>
        </p:txBody>
      </p:sp>
      <p:sp>
        <p:nvSpPr>
          <p:cNvPr id="237" name="Object 159">
            <a:extLst>
              <a:ext uri="{FF2B5EF4-FFF2-40B4-BE49-F238E27FC236}">
                <a16:creationId xmlns:a16="http://schemas.microsoft.com/office/drawing/2014/main" id="{45B9763F-247A-E2D6-C928-7C4A9843D1C0}"/>
              </a:ext>
            </a:extLst>
          </p:cNvPr>
          <p:cNvSpPr/>
          <p:nvPr/>
        </p:nvSpPr>
        <p:spPr>
          <a:xfrm>
            <a:off x="4392454" y="8476037"/>
            <a:ext cx="1336357" cy="339566"/>
          </a:xfrm>
          <a:prstGeom prst="rect">
            <a:avLst/>
          </a:prstGeom>
          <a:solidFill>
            <a:srgbClr val="EFF8FE"/>
          </a:solidFill>
          <a:ln w="8763">
            <a:solidFill>
              <a:srgbClr val="9DD9FF"/>
            </a:solidFill>
          </a:ln>
        </p:spPr>
      </p:sp>
      <p:sp>
        <p:nvSpPr>
          <p:cNvPr id="238" name="Object 160">
            <a:extLst>
              <a:ext uri="{FF2B5EF4-FFF2-40B4-BE49-F238E27FC236}">
                <a16:creationId xmlns:a16="http://schemas.microsoft.com/office/drawing/2014/main" id="{95F15DAC-B99C-E5ED-7546-045917B0DFD8}"/>
              </a:ext>
            </a:extLst>
          </p:cNvPr>
          <p:cNvSpPr txBox="1"/>
          <p:nvPr/>
        </p:nvSpPr>
        <p:spPr>
          <a:xfrm>
            <a:off x="4414361" y="8476037"/>
            <a:ext cx="1292543" cy="339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Mask 6</a:t>
            </a:r>
          </a:p>
        </p:txBody>
      </p:sp>
      <p:sp>
        <p:nvSpPr>
          <p:cNvPr id="239" name="Object 161">
            <a:extLst>
              <a:ext uri="{FF2B5EF4-FFF2-40B4-BE49-F238E27FC236}">
                <a16:creationId xmlns:a16="http://schemas.microsoft.com/office/drawing/2014/main" id="{6E58114F-A2EE-6B40-4CA8-D4118EB8E5DF}"/>
              </a:ext>
            </a:extLst>
          </p:cNvPr>
          <p:cNvSpPr/>
          <p:nvPr/>
        </p:nvSpPr>
        <p:spPr>
          <a:xfrm>
            <a:off x="5772626" y="8476037"/>
            <a:ext cx="1336357" cy="339566"/>
          </a:xfrm>
          <a:prstGeom prst="rect">
            <a:avLst/>
          </a:prstGeom>
          <a:solidFill>
            <a:srgbClr val="EFF8FE"/>
          </a:solidFill>
          <a:ln w="8763">
            <a:solidFill>
              <a:srgbClr val="9DD9FF"/>
            </a:solidFill>
          </a:ln>
        </p:spPr>
      </p:sp>
      <p:sp>
        <p:nvSpPr>
          <p:cNvPr id="240" name="Object 162">
            <a:extLst>
              <a:ext uri="{FF2B5EF4-FFF2-40B4-BE49-F238E27FC236}">
                <a16:creationId xmlns:a16="http://schemas.microsoft.com/office/drawing/2014/main" id="{089343A8-A9BD-F77D-8FE2-04E9AC6E5DAD}"/>
              </a:ext>
            </a:extLst>
          </p:cNvPr>
          <p:cNvSpPr txBox="1"/>
          <p:nvPr/>
        </p:nvSpPr>
        <p:spPr>
          <a:xfrm>
            <a:off x="5794534" y="8476037"/>
            <a:ext cx="1292543" cy="339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Context 6</a:t>
            </a:r>
          </a:p>
        </p:txBody>
      </p:sp>
      <p:sp>
        <p:nvSpPr>
          <p:cNvPr id="241" name="Object 163">
            <a:extLst>
              <a:ext uri="{FF2B5EF4-FFF2-40B4-BE49-F238E27FC236}">
                <a16:creationId xmlns:a16="http://schemas.microsoft.com/office/drawing/2014/main" id="{F863ED1C-8CE2-2E54-DBF8-1F02928D97C7}"/>
              </a:ext>
            </a:extLst>
          </p:cNvPr>
          <p:cNvSpPr/>
          <p:nvPr/>
        </p:nvSpPr>
        <p:spPr>
          <a:xfrm>
            <a:off x="4392454" y="8848464"/>
            <a:ext cx="1336357" cy="339566"/>
          </a:xfrm>
          <a:prstGeom prst="rect">
            <a:avLst/>
          </a:prstGeom>
          <a:solidFill>
            <a:srgbClr val="EFF8FE"/>
          </a:solidFill>
          <a:ln w="8763">
            <a:solidFill>
              <a:srgbClr val="9DD9FF"/>
            </a:solidFill>
          </a:ln>
        </p:spPr>
      </p:sp>
      <p:sp>
        <p:nvSpPr>
          <p:cNvPr id="242" name="Object 164">
            <a:extLst>
              <a:ext uri="{FF2B5EF4-FFF2-40B4-BE49-F238E27FC236}">
                <a16:creationId xmlns:a16="http://schemas.microsoft.com/office/drawing/2014/main" id="{EEB2B137-1943-228B-BD30-BED4E8A88631}"/>
              </a:ext>
            </a:extLst>
          </p:cNvPr>
          <p:cNvSpPr txBox="1"/>
          <p:nvPr/>
        </p:nvSpPr>
        <p:spPr>
          <a:xfrm>
            <a:off x="4414361" y="8848464"/>
            <a:ext cx="1292543" cy="339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Change 5</a:t>
            </a:r>
          </a:p>
        </p:txBody>
      </p:sp>
      <p:sp>
        <p:nvSpPr>
          <p:cNvPr id="243" name="Object 165">
            <a:extLst>
              <a:ext uri="{FF2B5EF4-FFF2-40B4-BE49-F238E27FC236}">
                <a16:creationId xmlns:a16="http://schemas.microsoft.com/office/drawing/2014/main" id="{FBCFE502-0BB8-92BA-CE35-3FE5FD603CA1}"/>
              </a:ext>
            </a:extLst>
          </p:cNvPr>
          <p:cNvSpPr/>
          <p:nvPr/>
        </p:nvSpPr>
        <p:spPr>
          <a:xfrm>
            <a:off x="5772626" y="8848464"/>
            <a:ext cx="1336357" cy="339566"/>
          </a:xfrm>
          <a:prstGeom prst="rect">
            <a:avLst/>
          </a:prstGeom>
          <a:solidFill>
            <a:srgbClr val="EFF8FE"/>
          </a:solidFill>
          <a:ln w="8763">
            <a:solidFill>
              <a:srgbClr val="9DD9FF"/>
            </a:solidFill>
          </a:ln>
        </p:spPr>
      </p:sp>
      <p:sp>
        <p:nvSpPr>
          <p:cNvPr id="244" name="Object 166">
            <a:extLst>
              <a:ext uri="{FF2B5EF4-FFF2-40B4-BE49-F238E27FC236}">
                <a16:creationId xmlns:a16="http://schemas.microsoft.com/office/drawing/2014/main" id="{909CF7E2-E4F8-67CE-7846-B7946162AD2D}"/>
              </a:ext>
            </a:extLst>
          </p:cNvPr>
          <p:cNvSpPr txBox="1"/>
          <p:nvPr/>
        </p:nvSpPr>
        <p:spPr>
          <a:xfrm>
            <a:off x="5794534" y="8848464"/>
            <a:ext cx="1292543" cy="3395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Forecast 5</a:t>
            </a:r>
          </a:p>
        </p:txBody>
      </p:sp>
      <p:sp>
        <p:nvSpPr>
          <p:cNvPr id="248" name="Object 170">
            <a:extLst>
              <a:ext uri="{FF2B5EF4-FFF2-40B4-BE49-F238E27FC236}">
                <a16:creationId xmlns:a16="http://schemas.microsoft.com/office/drawing/2014/main" id="{179E6444-13DB-D4E2-3C1B-466CC4E25125}"/>
              </a:ext>
            </a:extLst>
          </p:cNvPr>
          <p:cNvSpPr/>
          <p:nvPr/>
        </p:nvSpPr>
        <p:spPr>
          <a:xfrm>
            <a:off x="7492365" y="4609363"/>
            <a:ext cx="4721066" cy="4863465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0" name="Gradient Badge 3">
            <a:extLst>
              <a:ext uri="{FF2B5EF4-FFF2-40B4-BE49-F238E27FC236}">
                <a16:creationId xmlns:a16="http://schemas.microsoft.com/office/drawing/2014/main" id="{246E8034-3B82-18FF-3173-AF53747A8D49}"/>
              </a:ext>
            </a:extLst>
          </p:cNvPr>
          <p:cNvSpPr/>
          <p:nvPr/>
        </p:nvSpPr>
        <p:spPr>
          <a:xfrm>
            <a:off x="7492365" y="4609363"/>
            <a:ext cx="591503" cy="471011"/>
          </a:xfrm>
          <a:prstGeom prst="rect">
            <a:avLst/>
          </a:prstGeom>
          <a:gradFill rotWithShape="1">
            <a:gsLst>
              <a:gs pos="0">
                <a:srgbClr val="174D7E"/>
              </a:gs>
              <a:gs pos="100000">
                <a:srgbClr val="2467A3"/>
              </a:gs>
            </a:gsLst>
            <a:lin ang="0" scaled="1"/>
          </a:gradFill>
          <a:ln w="0">
            <a:noFill/>
          </a:ln>
        </p:spPr>
      </p:sp>
      <p:sp>
        <p:nvSpPr>
          <p:cNvPr id="251" name="Object 172">
            <a:extLst>
              <a:ext uri="{FF2B5EF4-FFF2-40B4-BE49-F238E27FC236}">
                <a16:creationId xmlns:a16="http://schemas.microsoft.com/office/drawing/2014/main" id="{215BE138-CB10-6B1E-07B7-BD3A393A6CE4}"/>
              </a:ext>
            </a:extLst>
          </p:cNvPr>
          <p:cNvSpPr txBox="1"/>
          <p:nvPr/>
        </p:nvSpPr>
        <p:spPr>
          <a:xfrm>
            <a:off x="7492365" y="4609363"/>
            <a:ext cx="591503" cy="4710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52" name="Object 173">
            <a:extLst>
              <a:ext uri="{FF2B5EF4-FFF2-40B4-BE49-F238E27FC236}">
                <a16:creationId xmlns:a16="http://schemas.microsoft.com/office/drawing/2014/main" id="{FAAD610A-CB34-5555-0ABE-70DE69672A08}"/>
              </a:ext>
            </a:extLst>
          </p:cNvPr>
          <p:cNvSpPr txBox="1"/>
          <p:nvPr/>
        </p:nvSpPr>
        <p:spPr>
          <a:xfrm>
            <a:off x="8215312" y="4609363"/>
            <a:ext cx="3482317" cy="4710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8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Local Utility Estimation</a:t>
            </a:r>
          </a:p>
        </p:txBody>
      </p:sp>
      <p:sp>
        <p:nvSpPr>
          <p:cNvPr id="253" name="Object 174">
            <a:extLst>
              <a:ext uri="{FF2B5EF4-FFF2-40B4-BE49-F238E27FC236}">
                <a16:creationId xmlns:a16="http://schemas.microsoft.com/office/drawing/2014/main" id="{24B1A9CC-0CB4-4328-9FF1-96F6DDA6B4B2}"/>
              </a:ext>
            </a:extLst>
          </p:cNvPr>
          <p:cNvSpPr/>
          <p:nvPr/>
        </p:nvSpPr>
        <p:spPr>
          <a:xfrm>
            <a:off x="7601902" y="5157051"/>
            <a:ext cx="4491037" cy="15006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4" name="Object 175">
            <a:extLst>
              <a:ext uri="{FF2B5EF4-FFF2-40B4-BE49-F238E27FC236}">
                <a16:creationId xmlns:a16="http://schemas.microsoft.com/office/drawing/2014/main" id="{3F78F13A-AD55-2F39-6628-38DF481613B6}"/>
              </a:ext>
            </a:extLst>
          </p:cNvPr>
          <p:cNvSpPr/>
          <p:nvPr/>
        </p:nvSpPr>
        <p:spPr>
          <a:xfrm>
            <a:off x="7612856" y="5168004"/>
            <a:ext cx="4469130" cy="339566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5" name="Object 176">
            <a:extLst>
              <a:ext uri="{FF2B5EF4-FFF2-40B4-BE49-F238E27FC236}">
                <a16:creationId xmlns:a16="http://schemas.microsoft.com/office/drawing/2014/main" id="{0CF14245-7F7D-686D-D51B-AA6943EE340E}"/>
              </a:ext>
            </a:extLst>
          </p:cNvPr>
          <p:cNvSpPr txBox="1"/>
          <p:nvPr/>
        </p:nvSpPr>
        <p:spPr>
          <a:xfrm>
            <a:off x="7634764" y="5168004"/>
            <a:ext cx="4404835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Same-Action Neighbors</a:t>
            </a:r>
          </a:p>
        </p:txBody>
      </p:sp>
      <p:sp>
        <p:nvSpPr>
          <p:cNvPr id="256" name="Object 177">
            <a:extLst>
              <a:ext uri="{FF2B5EF4-FFF2-40B4-BE49-F238E27FC236}">
                <a16:creationId xmlns:a16="http://schemas.microsoft.com/office/drawing/2014/main" id="{8FE2E651-12FC-5D52-81F9-3017B1DC28EC}"/>
              </a:ext>
            </a:extLst>
          </p:cNvPr>
          <p:cNvSpPr/>
          <p:nvPr/>
        </p:nvSpPr>
        <p:spPr>
          <a:xfrm>
            <a:off x="7711440" y="5628062"/>
            <a:ext cx="1040606" cy="821531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Equation 43">
                <a:extLst>
                  <a:ext uri="{FF2B5EF4-FFF2-40B4-BE49-F238E27FC236}">
                    <a16:creationId xmlns:a16="http://schemas.microsoft.com/office/drawing/2014/main" id="{53CCB7C3-A2B6-CD0C-6F89-FBD213F332F6}"/>
                  </a:ext>
                </a:extLst>
              </p:cNvPr>
              <p:cNvSpPr txBox="1"/>
              <p:nvPr/>
            </p:nvSpPr>
            <p:spPr>
              <a:xfrm>
                <a:off x="7744301" y="5693784"/>
                <a:ext cx="974884" cy="66817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 sz="2000" b="1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m:rPr>
                              <m:nor/>
                            </m:rPr>
                            <a:rPr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Query</m:t>
                          </m:r>
                        </m:e>
                        <m:e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𝒛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57" name="Equation 43">
                <a:extLst>
                  <a:ext uri="{FF2B5EF4-FFF2-40B4-BE49-F238E27FC236}">
                    <a16:creationId xmlns:a16="http://schemas.microsoft.com/office/drawing/2014/main" id="{53CCB7C3-A2B6-CD0C-6F89-FBD213F33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4301" y="5693784"/>
                <a:ext cx="974884" cy="668179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8" name="Object 178">
            <a:extLst>
              <a:ext uri="{FF2B5EF4-FFF2-40B4-BE49-F238E27FC236}">
                <a16:creationId xmlns:a16="http://schemas.microsoft.com/office/drawing/2014/main" id="{3D7D5FDC-04AC-8683-618D-4B76C7368089}"/>
              </a:ext>
            </a:extLst>
          </p:cNvPr>
          <p:cNvSpPr/>
          <p:nvPr/>
        </p:nvSpPr>
        <p:spPr>
          <a:xfrm>
            <a:off x="8752046" y="5934767"/>
            <a:ext cx="219075" cy="197168"/>
          </a:xfrm>
          <a:prstGeom prst="rightArrow">
            <a:avLst/>
          </a:prstGeom>
          <a:solidFill>
            <a:srgbClr val="1C5890"/>
          </a:solidFill>
          <a:ln w="0">
            <a:noFill/>
          </a:ln>
        </p:spPr>
      </p:sp>
      <p:sp>
        <p:nvSpPr>
          <p:cNvPr id="259" name="Object 179">
            <a:extLst>
              <a:ext uri="{FF2B5EF4-FFF2-40B4-BE49-F238E27FC236}">
                <a16:creationId xmlns:a16="http://schemas.microsoft.com/office/drawing/2014/main" id="{D025A8C2-B638-CB7F-B7FC-51CA02D0A9C4}"/>
              </a:ext>
            </a:extLst>
          </p:cNvPr>
          <p:cNvSpPr/>
          <p:nvPr/>
        </p:nvSpPr>
        <p:spPr>
          <a:xfrm>
            <a:off x="8982075" y="5628062"/>
            <a:ext cx="1686878" cy="821531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3" name="Object 183">
            <a:extLst>
              <a:ext uri="{FF2B5EF4-FFF2-40B4-BE49-F238E27FC236}">
                <a16:creationId xmlns:a16="http://schemas.microsoft.com/office/drawing/2014/main" id="{4D78397D-D356-A267-4F2F-E47FF5C8C7F0}"/>
              </a:ext>
            </a:extLst>
          </p:cNvPr>
          <p:cNvSpPr txBox="1"/>
          <p:nvPr/>
        </p:nvSpPr>
        <p:spPr>
          <a:xfrm>
            <a:off x="9518809" y="5682831"/>
            <a:ext cx="1117283" cy="6900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Bank</a:t>
            </a:r>
          </a:p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Read-Only</a:t>
            </a:r>
          </a:p>
        </p:txBody>
      </p:sp>
      <p:sp>
        <p:nvSpPr>
          <p:cNvPr id="264" name="Object 184">
            <a:extLst>
              <a:ext uri="{FF2B5EF4-FFF2-40B4-BE49-F238E27FC236}">
                <a16:creationId xmlns:a16="http://schemas.microsoft.com/office/drawing/2014/main" id="{E4324D85-6C85-0DAC-3844-81620AA30057}"/>
              </a:ext>
            </a:extLst>
          </p:cNvPr>
          <p:cNvSpPr/>
          <p:nvPr/>
        </p:nvSpPr>
        <p:spPr>
          <a:xfrm>
            <a:off x="10679906" y="5934767"/>
            <a:ext cx="175260" cy="197168"/>
          </a:xfrm>
          <a:prstGeom prst="rightArrow">
            <a:avLst/>
          </a:prstGeom>
          <a:solidFill>
            <a:srgbClr val="1C5890"/>
          </a:solidFill>
          <a:ln w="0">
            <a:noFill/>
          </a:ln>
        </p:spPr>
      </p:sp>
      <p:sp>
        <p:nvSpPr>
          <p:cNvPr id="265" name="Object 185">
            <a:extLst>
              <a:ext uri="{FF2B5EF4-FFF2-40B4-BE49-F238E27FC236}">
                <a16:creationId xmlns:a16="http://schemas.microsoft.com/office/drawing/2014/main" id="{199F4F7B-2A1A-7F1D-1460-C02023A0C77A}"/>
              </a:ext>
            </a:extLst>
          </p:cNvPr>
          <p:cNvSpPr/>
          <p:nvPr/>
        </p:nvSpPr>
        <p:spPr>
          <a:xfrm>
            <a:off x="10855166" y="5628062"/>
            <a:ext cx="1139190" cy="821531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6" name="Equation 44">
                <a:extLst>
                  <a:ext uri="{FF2B5EF4-FFF2-40B4-BE49-F238E27FC236}">
                    <a16:creationId xmlns:a16="http://schemas.microsoft.com/office/drawing/2014/main" id="{0F9DEF52-065E-2609-AC1E-580436BAB357}"/>
                  </a:ext>
                </a:extLst>
              </p:cNvPr>
              <p:cNvSpPr txBox="1"/>
              <p:nvPr/>
            </p:nvSpPr>
            <p:spPr>
              <a:xfrm>
                <a:off x="10877074" y="5693784"/>
                <a:ext cx="1095375" cy="66817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 sz="2000" b="1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m:rPr>
                              <m:nor/>
                            </m:rPr>
                            <a:rPr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Matches</m:t>
                          </m:r>
                        </m:e>
                        <m:e>
                          <m:sSub>
                            <m:sSubPr>
                              <m:ctrlP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𝑵</m:t>
                              </m:r>
                            </m:e>
                            <m:sub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66" name="Equation 44">
                <a:extLst>
                  <a:ext uri="{FF2B5EF4-FFF2-40B4-BE49-F238E27FC236}">
                    <a16:creationId xmlns:a16="http://schemas.microsoft.com/office/drawing/2014/main" id="{0F9DEF52-065E-2609-AC1E-580436BAB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7074" y="5693784"/>
                <a:ext cx="1095375" cy="668179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7" name="Object 186">
            <a:extLst>
              <a:ext uri="{FF2B5EF4-FFF2-40B4-BE49-F238E27FC236}">
                <a16:creationId xmlns:a16="http://schemas.microsoft.com/office/drawing/2014/main" id="{6093498A-3154-153E-0230-0EAC11C3E4C1}"/>
              </a:ext>
            </a:extLst>
          </p:cNvPr>
          <p:cNvSpPr/>
          <p:nvPr/>
        </p:nvSpPr>
        <p:spPr>
          <a:xfrm>
            <a:off x="7601902" y="6745344"/>
            <a:ext cx="4491037" cy="11830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8" name="Object 187">
            <a:extLst>
              <a:ext uri="{FF2B5EF4-FFF2-40B4-BE49-F238E27FC236}">
                <a16:creationId xmlns:a16="http://schemas.microsoft.com/office/drawing/2014/main" id="{56E4C93D-453E-A17A-3E50-39BE63C5C906}"/>
              </a:ext>
            </a:extLst>
          </p:cNvPr>
          <p:cNvSpPr/>
          <p:nvPr/>
        </p:nvSpPr>
        <p:spPr>
          <a:xfrm>
            <a:off x="7612856" y="6756298"/>
            <a:ext cx="4469130" cy="339566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9" name="Object 188">
            <a:extLst>
              <a:ext uri="{FF2B5EF4-FFF2-40B4-BE49-F238E27FC236}">
                <a16:creationId xmlns:a16="http://schemas.microsoft.com/office/drawing/2014/main" id="{A8B3344A-CE36-4AC7-52C6-206EFE3A602D}"/>
              </a:ext>
            </a:extLst>
          </p:cNvPr>
          <p:cNvSpPr txBox="1"/>
          <p:nvPr/>
        </p:nvSpPr>
        <p:spPr>
          <a:xfrm>
            <a:off x="7634764" y="6756298"/>
            <a:ext cx="4359115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Similarity Weights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0" name="Equation 45">
                <a:extLst>
                  <a:ext uri="{FF2B5EF4-FFF2-40B4-BE49-F238E27FC236}">
                    <a16:creationId xmlns:a16="http://schemas.microsoft.com/office/drawing/2014/main" id="{955364F4-D4BF-CF6D-942F-2BD8BF3067D3}"/>
                  </a:ext>
                </a:extLst>
              </p:cNvPr>
              <p:cNvSpPr txBox="1"/>
              <p:nvPr/>
            </p:nvSpPr>
            <p:spPr>
              <a:xfrm>
                <a:off x="7678579" y="7106818"/>
                <a:ext cx="4337685" cy="77771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 sz="2200" b="1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𝒘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𝒋</m:t>
                              </m:r>
                            </m:sub>
                          </m:s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𝒆𝒙𝒑</m:t>
                          </m:r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(−</m:t>
                          </m:r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𝒅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𝒋</m:t>
                              </m:r>
                            </m:sub>
                          </m:s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𝝉</m:t>
                          </m:r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𝝉</m:t>
                          </m:r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=</m:t>
                          </m:r>
                          <m:limLow>
                            <m:limLow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𝒎𝒆𝒅𝒊𝒂𝒏</m:t>
                              </m:r>
                            </m:e>
                            <m:lim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𝒋</m:t>
                              </m:r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sz="2200" b="1" i="1">
                                      <a:solidFill>
                                        <a:srgbClr val="001869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sz="2200" b="1" i="1">
                                      <a:solidFill>
                                        <a:srgbClr val="001869"/>
                                      </a:solidFill>
                                      <a:latin typeface="Cambria Math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sz="2200" b="1" i="1">
                                      <a:solidFill>
                                        <a:srgbClr val="001869"/>
                                      </a:solidFill>
                                      <a:latin typeface="Cambria Math"/>
                                    </a:rPr>
                                    <m:t>𝒂</m:t>
                                  </m:r>
                                </m:sub>
                              </m:sSub>
                            </m:lim>
                          </m:limLow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 </m:t>
                          </m:r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𝒅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𝒋</m:t>
                              </m:r>
                            </m:sub>
                          </m:s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𝜺</m:t>
                          </m:r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70" name="Equation 45">
                <a:extLst>
                  <a:ext uri="{FF2B5EF4-FFF2-40B4-BE49-F238E27FC236}">
                    <a16:creationId xmlns:a16="http://schemas.microsoft.com/office/drawing/2014/main" id="{955364F4-D4BF-CF6D-942F-2BD8BF306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579" y="7106818"/>
                <a:ext cx="4337685" cy="777716"/>
              </a:xfrm>
              <a:prstGeom prst="rect">
                <a:avLst/>
              </a:prstGeom>
              <a:blipFill>
                <a:blip r:embed="rId45"/>
                <a:stretch>
                  <a:fillRect b="-393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1" name="Object 189">
            <a:extLst>
              <a:ext uri="{FF2B5EF4-FFF2-40B4-BE49-F238E27FC236}">
                <a16:creationId xmlns:a16="http://schemas.microsoft.com/office/drawing/2014/main" id="{1A4BB6CC-14D4-8222-E52F-C1FD41ACFDBF}"/>
              </a:ext>
            </a:extLst>
          </p:cNvPr>
          <p:cNvSpPr/>
          <p:nvPr/>
        </p:nvSpPr>
        <p:spPr>
          <a:xfrm>
            <a:off x="7601902" y="8005026"/>
            <a:ext cx="4491037" cy="12268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2" name="Object 190">
            <a:extLst>
              <a:ext uri="{FF2B5EF4-FFF2-40B4-BE49-F238E27FC236}">
                <a16:creationId xmlns:a16="http://schemas.microsoft.com/office/drawing/2014/main" id="{61F5AA4D-9843-BFD8-CBE5-CF2F0C3C96EE}"/>
              </a:ext>
            </a:extLst>
          </p:cNvPr>
          <p:cNvSpPr/>
          <p:nvPr/>
        </p:nvSpPr>
        <p:spPr>
          <a:xfrm>
            <a:off x="7612856" y="8015979"/>
            <a:ext cx="4469130" cy="339566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3" name="Object 191">
            <a:extLst>
              <a:ext uri="{FF2B5EF4-FFF2-40B4-BE49-F238E27FC236}">
                <a16:creationId xmlns:a16="http://schemas.microsoft.com/office/drawing/2014/main" id="{D49E1E59-959E-81F7-64B8-D24135AC1217}"/>
              </a:ext>
            </a:extLst>
          </p:cNvPr>
          <p:cNvSpPr txBox="1"/>
          <p:nvPr/>
        </p:nvSpPr>
        <p:spPr>
          <a:xfrm>
            <a:off x="7634764" y="8015979"/>
            <a:ext cx="4359115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Weighted Statistics</a:t>
            </a:r>
          </a:p>
        </p:txBody>
      </p:sp>
      <p:sp>
        <p:nvSpPr>
          <p:cNvPr id="274" name="Object 192">
            <a:extLst>
              <a:ext uri="{FF2B5EF4-FFF2-40B4-BE49-F238E27FC236}">
                <a16:creationId xmlns:a16="http://schemas.microsoft.com/office/drawing/2014/main" id="{77751C55-0A85-5F4D-17FE-726E0916479A}"/>
              </a:ext>
            </a:extLst>
          </p:cNvPr>
          <p:cNvSpPr/>
          <p:nvPr/>
        </p:nvSpPr>
        <p:spPr>
          <a:xfrm>
            <a:off x="7700486" y="8421268"/>
            <a:ext cx="1402080" cy="711994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5" name="Equation 46">
                <a:extLst>
                  <a:ext uri="{FF2B5EF4-FFF2-40B4-BE49-F238E27FC236}">
                    <a16:creationId xmlns:a16="http://schemas.microsoft.com/office/drawing/2014/main" id="{5F8A8BF9-F463-D77E-8EAD-4DD2047227F7}"/>
                  </a:ext>
                </a:extLst>
              </p:cNvPr>
              <p:cNvSpPr txBox="1"/>
              <p:nvPr/>
            </p:nvSpPr>
            <p:spPr>
              <a:xfrm>
                <a:off x="7695008" y="8401685"/>
                <a:ext cx="1358265" cy="72294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 sz="2200" b="1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sz="2200" b="1">
                                  <a:solidFill>
                                    <a:srgbClr val="00186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sz="2200" b="1" i="1">
                                      <a:solidFill>
                                        <a:srgbClr val="001869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sz="2200" b="1" i="1">
                                      <a:solidFill>
                                        <a:srgbClr val="001869"/>
                                      </a:solidFill>
                                      <a:latin typeface="Cambria Math"/>
                                    </a:rPr>
                                    <m:t>𝝁</m:t>
                                  </m:r>
                                </m:e>
                              </m:acc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sub>
                          </m:sSub>
                        </m:e>
                        <m:e>
                          <m:r>
                            <m:rPr>
                              <m:nor/>
                            </m:rPr>
                            <a:rPr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Mean</m:t>
                          </m:r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75" name="Equation 46">
                <a:extLst>
                  <a:ext uri="{FF2B5EF4-FFF2-40B4-BE49-F238E27FC236}">
                    <a16:creationId xmlns:a16="http://schemas.microsoft.com/office/drawing/2014/main" id="{5F8A8BF9-F463-D77E-8EAD-4DD204722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008" y="8401685"/>
                <a:ext cx="1358265" cy="722947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Object 193">
            <a:extLst>
              <a:ext uri="{FF2B5EF4-FFF2-40B4-BE49-F238E27FC236}">
                <a16:creationId xmlns:a16="http://schemas.microsoft.com/office/drawing/2014/main" id="{501DE262-A4AC-E44B-4E9C-E0DF48A908AB}"/>
              </a:ext>
            </a:extLst>
          </p:cNvPr>
          <p:cNvSpPr/>
          <p:nvPr/>
        </p:nvSpPr>
        <p:spPr>
          <a:xfrm>
            <a:off x="9146381" y="8421268"/>
            <a:ext cx="1402080" cy="711994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7" name="Equation 47">
                <a:extLst>
                  <a:ext uri="{FF2B5EF4-FFF2-40B4-BE49-F238E27FC236}">
                    <a16:creationId xmlns:a16="http://schemas.microsoft.com/office/drawing/2014/main" id="{DED398A0-0F02-27FF-F519-81434C32C52E}"/>
                  </a:ext>
                </a:extLst>
              </p:cNvPr>
              <p:cNvSpPr txBox="1"/>
              <p:nvPr/>
            </p:nvSpPr>
            <p:spPr>
              <a:xfrm>
                <a:off x="9193054" y="8368824"/>
                <a:ext cx="1358265" cy="72294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 sz="2200" b="1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sz="2200" b="1">
                                  <a:solidFill>
                                    <a:srgbClr val="00186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sz="2200" b="1" i="1">
                                      <a:solidFill>
                                        <a:srgbClr val="001869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sz="2200" b="1" i="1">
                                      <a:solidFill>
                                        <a:srgbClr val="001869"/>
                                      </a:solidFill>
                                      <a:latin typeface="Cambria Math"/>
                                    </a:rPr>
                                    <m:t>𝝈</m:t>
                                  </m:r>
                                </m:e>
                              </m:acc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sub>
                          </m:sSub>
                        </m:e>
                        <m:e>
                          <m:r>
                            <m:rPr>
                              <m:nor/>
                            </m:rPr>
                            <a:rPr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Std. Dev.</m:t>
                          </m:r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77" name="Equation 47">
                <a:extLst>
                  <a:ext uri="{FF2B5EF4-FFF2-40B4-BE49-F238E27FC236}">
                    <a16:creationId xmlns:a16="http://schemas.microsoft.com/office/drawing/2014/main" id="{DED398A0-0F02-27FF-F519-81434C32C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054" y="8368824"/>
                <a:ext cx="1358265" cy="722947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Object 194">
            <a:extLst>
              <a:ext uri="{FF2B5EF4-FFF2-40B4-BE49-F238E27FC236}">
                <a16:creationId xmlns:a16="http://schemas.microsoft.com/office/drawing/2014/main" id="{4FAD8F67-5FD9-CB76-09C0-BB538F6D9E9D}"/>
              </a:ext>
            </a:extLst>
          </p:cNvPr>
          <p:cNvSpPr/>
          <p:nvPr/>
        </p:nvSpPr>
        <p:spPr>
          <a:xfrm>
            <a:off x="10592276" y="8421268"/>
            <a:ext cx="1402080" cy="711994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9" name="Equation 48">
                <a:extLst>
                  <a:ext uri="{FF2B5EF4-FFF2-40B4-BE49-F238E27FC236}">
                    <a16:creationId xmlns:a16="http://schemas.microsoft.com/office/drawing/2014/main" id="{0E3B6DD4-9A64-FB30-AA1E-879C2E971638}"/>
                  </a:ext>
                </a:extLst>
              </p:cNvPr>
              <p:cNvSpPr txBox="1"/>
              <p:nvPr/>
            </p:nvSpPr>
            <p:spPr>
              <a:xfrm>
                <a:off x="10668952" y="8399781"/>
                <a:ext cx="1358265" cy="72294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ctrlPr>
                            <a:rPr sz="2200" b="1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e>
                            <m:sub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𝒆𝒇𝒇</m:t>
                              </m:r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sub>
                          </m:sSub>
                        </m:e>
                        <m:e>
                          <m:r>
                            <m:rPr>
                              <m:nor/>
                            </m:rPr>
                            <a:rPr sz="2000" b="1" i="0">
                              <a:solidFill>
                                <a:srgbClr val="001869"/>
                              </a:solidFill>
                              <a:latin typeface="Calibri"/>
                            </a:rPr>
                            <m:t>Eff. Count</m:t>
                          </m:r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79" name="Equation 48">
                <a:extLst>
                  <a:ext uri="{FF2B5EF4-FFF2-40B4-BE49-F238E27FC236}">
                    <a16:creationId xmlns:a16="http://schemas.microsoft.com/office/drawing/2014/main" id="{0E3B6DD4-9A64-FB30-AA1E-879C2E971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952" y="8399781"/>
                <a:ext cx="1358265" cy="722947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1" name="Object 196">
            <a:extLst>
              <a:ext uri="{FF2B5EF4-FFF2-40B4-BE49-F238E27FC236}">
                <a16:creationId xmlns:a16="http://schemas.microsoft.com/office/drawing/2014/main" id="{7E74DF49-E21C-5C89-DD67-390027DAF726}"/>
              </a:ext>
            </a:extLst>
          </p:cNvPr>
          <p:cNvSpPr/>
          <p:nvPr/>
        </p:nvSpPr>
        <p:spPr>
          <a:xfrm>
            <a:off x="12366784" y="4609363"/>
            <a:ext cx="5750719" cy="4863465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3" name="Gradient Badge 4">
            <a:extLst>
              <a:ext uri="{FF2B5EF4-FFF2-40B4-BE49-F238E27FC236}">
                <a16:creationId xmlns:a16="http://schemas.microsoft.com/office/drawing/2014/main" id="{8DE89BAD-ECE3-00CF-63A5-8124BEBF6B63}"/>
              </a:ext>
            </a:extLst>
          </p:cNvPr>
          <p:cNvSpPr/>
          <p:nvPr/>
        </p:nvSpPr>
        <p:spPr>
          <a:xfrm>
            <a:off x="12366784" y="4609363"/>
            <a:ext cx="591503" cy="471011"/>
          </a:xfrm>
          <a:prstGeom prst="rect">
            <a:avLst/>
          </a:prstGeom>
          <a:gradFill rotWithShape="1">
            <a:gsLst>
              <a:gs pos="0">
                <a:srgbClr val="174D7E"/>
              </a:gs>
              <a:gs pos="100000">
                <a:srgbClr val="2467A3"/>
              </a:gs>
            </a:gsLst>
            <a:lin ang="0" scaled="1"/>
          </a:gradFill>
          <a:ln w="0">
            <a:noFill/>
          </a:ln>
        </p:spPr>
      </p:sp>
      <p:sp>
        <p:nvSpPr>
          <p:cNvPr id="284" name="Object 198">
            <a:extLst>
              <a:ext uri="{FF2B5EF4-FFF2-40B4-BE49-F238E27FC236}">
                <a16:creationId xmlns:a16="http://schemas.microsoft.com/office/drawing/2014/main" id="{49FC7BCB-94CE-E016-78D8-13BBB1E30479}"/>
              </a:ext>
            </a:extLst>
          </p:cNvPr>
          <p:cNvSpPr txBox="1"/>
          <p:nvPr/>
        </p:nvSpPr>
        <p:spPr>
          <a:xfrm>
            <a:off x="12366784" y="4609363"/>
            <a:ext cx="591503" cy="4710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85" name="Object 199">
            <a:extLst>
              <a:ext uri="{FF2B5EF4-FFF2-40B4-BE49-F238E27FC236}">
                <a16:creationId xmlns:a16="http://schemas.microsoft.com/office/drawing/2014/main" id="{FF13119B-951A-B335-46BD-51FC47B20B08}"/>
              </a:ext>
            </a:extLst>
          </p:cNvPr>
          <p:cNvSpPr txBox="1"/>
          <p:nvPr/>
        </p:nvSpPr>
        <p:spPr>
          <a:xfrm>
            <a:off x="13089731" y="4609363"/>
            <a:ext cx="1819449" cy="4710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8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Act Or Keep</a:t>
            </a:r>
          </a:p>
        </p:txBody>
      </p:sp>
      <p:sp>
        <p:nvSpPr>
          <p:cNvPr id="286" name="Object 200">
            <a:extLst>
              <a:ext uri="{FF2B5EF4-FFF2-40B4-BE49-F238E27FC236}">
                <a16:creationId xmlns:a16="http://schemas.microsoft.com/office/drawing/2014/main" id="{E299AEFE-05A4-7A5C-A333-83C42C2464C1}"/>
              </a:ext>
            </a:extLst>
          </p:cNvPr>
          <p:cNvSpPr/>
          <p:nvPr/>
        </p:nvSpPr>
        <p:spPr>
          <a:xfrm>
            <a:off x="12487275" y="5157051"/>
            <a:ext cx="5509736" cy="104060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7" name="Object 201">
            <a:extLst>
              <a:ext uri="{FF2B5EF4-FFF2-40B4-BE49-F238E27FC236}">
                <a16:creationId xmlns:a16="http://schemas.microsoft.com/office/drawing/2014/main" id="{7BC41E81-9AEF-C74B-A050-B19F91F43BEC}"/>
              </a:ext>
            </a:extLst>
          </p:cNvPr>
          <p:cNvSpPr/>
          <p:nvPr/>
        </p:nvSpPr>
        <p:spPr>
          <a:xfrm>
            <a:off x="12498229" y="5168004"/>
            <a:ext cx="5487829" cy="339566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8" name="Object 202">
            <a:extLst>
              <a:ext uri="{FF2B5EF4-FFF2-40B4-BE49-F238E27FC236}">
                <a16:creationId xmlns:a16="http://schemas.microsoft.com/office/drawing/2014/main" id="{A3BEA0C6-D299-2A6A-D4B7-763F6E414D8D}"/>
              </a:ext>
            </a:extLst>
          </p:cNvPr>
          <p:cNvSpPr txBox="1"/>
          <p:nvPr/>
        </p:nvSpPr>
        <p:spPr>
          <a:xfrm>
            <a:off x="12486640" y="5168004"/>
            <a:ext cx="5477510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Conservative Score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9" name="Equation 49">
                <a:extLst>
                  <a:ext uri="{FF2B5EF4-FFF2-40B4-BE49-F238E27FC236}">
                    <a16:creationId xmlns:a16="http://schemas.microsoft.com/office/drawing/2014/main" id="{5E324CAD-BBCD-13DD-3D45-17EBF3B4CEBB}"/>
                  </a:ext>
                </a:extLst>
              </p:cNvPr>
              <p:cNvSpPr txBox="1"/>
              <p:nvPr/>
            </p:nvSpPr>
            <p:spPr>
              <a:xfrm>
                <a:off x="13166408" y="5518524"/>
                <a:ext cx="4096702" cy="63531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𝝁</m:t>
                              </m:r>
                            </m:e>
                          </m:acc>
                        </m:e>
                        <m:sub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−</m:t>
                      </m:r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𝜷</m:t>
                      </m:r>
                      <m:f>
                        <m:f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sz="2000" b="1" i="1">
                                      <a:solidFill>
                                        <a:srgbClr val="001869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sz="2000" b="1" i="1">
                                      <a:solidFill>
                                        <a:srgbClr val="001869"/>
                                      </a:solidFill>
                                      <a:latin typeface="Cambria Math"/>
                                    </a:rPr>
                                    <m:t>𝝈</m:t>
                                  </m:r>
                                </m:e>
                              </m:acc>
                            </m:e>
                            <m:sub>
                              <m: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sz="2000" b="1" i="1">
                                  <a:solidFill>
                                    <a:srgbClr val="00186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sz="2000" b="1" i="1">
                                      <a:solidFill>
                                        <a:srgbClr val="001869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sz="2000" b="1" i="1">
                                      <a:solidFill>
                                        <a:srgbClr val="001869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sz="2000" b="1" i="1">
                                      <a:solidFill>
                                        <a:srgbClr val="001869"/>
                                      </a:solidFill>
                                      <a:latin typeface="Cambria Math"/>
                                    </a:rPr>
                                    <m:t>𝒆𝒇𝒇</m:t>
                                  </m:r>
                                  <m:r>
                                    <a:rPr sz="2000" b="1" i="1">
                                      <a:solidFill>
                                        <a:srgbClr val="001869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sz="2000" b="1" i="1">
                                      <a:solidFill>
                                        <a:srgbClr val="001869"/>
                                      </a:solidFill>
                                      <a:latin typeface="Cambria Math"/>
                                    </a:rPr>
                                    <m:t>𝒂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,</m:t>
                      </m:r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𝒂</m:t>
                      </m:r>
                      <m:r>
                        <a:rPr sz="2000" b="1" i="1">
                          <a:solidFill>
                            <a:srgbClr val="001869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p>
                          <m:r>
                            <a:rPr sz="20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89" name="Equation 49">
                <a:extLst>
                  <a:ext uri="{FF2B5EF4-FFF2-40B4-BE49-F238E27FC236}">
                    <a16:creationId xmlns:a16="http://schemas.microsoft.com/office/drawing/2014/main" id="{5E324CAD-BBCD-13DD-3D45-17EBF3B4C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6408" y="5518524"/>
                <a:ext cx="4096702" cy="635317"/>
              </a:xfrm>
              <a:prstGeom prst="rect">
                <a:avLst/>
              </a:prstGeom>
              <a:blipFill>
                <a:blip r:embed="rId49"/>
                <a:stretch>
                  <a:fillRect t="-1923" b="-480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0" name="Object 203">
            <a:extLst>
              <a:ext uri="{FF2B5EF4-FFF2-40B4-BE49-F238E27FC236}">
                <a16:creationId xmlns:a16="http://schemas.microsoft.com/office/drawing/2014/main" id="{2795E889-9919-0DD3-2216-9B4074D44AE4}"/>
              </a:ext>
            </a:extLst>
          </p:cNvPr>
          <p:cNvSpPr/>
          <p:nvPr/>
        </p:nvSpPr>
        <p:spPr>
          <a:xfrm>
            <a:off x="12487275" y="6252426"/>
            <a:ext cx="5509736" cy="100774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1" name="Object 204">
            <a:extLst>
              <a:ext uri="{FF2B5EF4-FFF2-40B4-BE49-F238E27FC236}">
                <a16:creationId xmlns:a16="http://schemas.microsoft.com/office/drawing/2014/main" id="{16845B82-AE54-CC9E-1E92-9F07465DEAC8}"/>
              </a:ext>
            </a:extLst>
          </p:cNvPr>
          <p:cNvSpPr/>
          <p:nvPr/>
        </p:nvSpPr>
        <p:spPr>
          <a:xfrm>
            <a:off x="12498229" y="6263379"/>
            <a:ext cx="5487829" cy="274581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2" name="Object 205">
            <a:extLst>
              <a:ext uri="{FF2B5EF4-FFF2-40B4-BE49-F238E27FC236}">
                <a16:creationId xmlns:a16="http://schemas.microsoft.com/office/drawing/2014/main" id="{BAD2FCF9-CC6D-791B-8B98-8642BC4CF08A}"/>
              </a:ext>
            </a:extLst>
          </p:cNvPr>
          <p:cNvSpPr txBox="1"/>
          <p:nvPr/>
        </p:nvSpPr>
        <p:spPr>
          <a:xfrm>
            <a:off x="12522200" y="6263379"/>
            <a:ext cx="5441950" cy="2796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Decision Rule</a:t>
            </a:r>
          </a:p>
        </p:txBody>
      </p:sp>
      <p:sp>
        <p:nvSpPr>
          <p:cNvPr id="294" name="Object 206">
            <a:extLst>
              <a:ext uri="{FF2B5EF4-FFF2-40B4-BE49-F238E27FC236}">
                <a16:creationId xmlns:a16="http://schemas.microsoft.com/office/drawing/2014/main" id="{CCA61907-CBB7-22CE-AEFB-C5CEC876140C}"/>
              </a:ext>
            </a:extLst>
          </p:cNvPr>
          <p:cNvSpPr/>
          <p:nvPr/>
        </p:nvSpPr>
        <p:spPr>
          <a:xfrm>
            <a:off x="12487275" y="7347801"/>
            <a:ext cx="2683669" cy="170878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" name="Object 207">
            <a:extLst>
              <a:ext uri="{FF2B5EF4-FFF2-40B4-BE49-F238E27FC236}">
                <a16:creationId xmlns:a16="http://schemas.microsoft.com/office/drawing/2014/main" id="{8C8FF5D0-38E3-639A-F586-AF1F4C16F8C8}"/>
              </a:ext>
            </a:extLst>
          </p:cNvPr>
          <p:cNvSpPr/>
          <p:nvPr/>
        </p:nvSpPr>
        <p:spPr>
          <a:xfrm>
            <a:off x="12498229" y="7358754"/>
            <a:ext cx="2661761" cy="339566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6" name="Object 208">
            <a:extLst>
              <a:ext uri="{FF2B5EF4-FFF2-40B4-BE49-F238E27FC236}">
                <a16:creationId xmlns:a16="http://schemas.microsoft.com/office/drawing/2014/main" id="{8B68C7F1-69B2-816C-0A1F-EE4DBD3DD292}"/>
              </a:ext>
            </a:extLst>
          </p:cNvPr>
          <p:cNvSpPr txBox="1"/>
          <p:nvPr/>
        </p:nvSpPr>
        <p:spPr>
          <a:xfrm>
            <a:off x="12512040" y="7358754"/>
            <a:ext cx="2626042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Selected Action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7" name="Equation 51">
                <a:extLst>
                  <a:ext uri="{FF2B5EF4-FFF2-40B4-BE49-F238E27FC236}">
                    <a16:creationId xmlns:a16="http://schemas.microsoft.com/office/drawing/2014/main" id="{9EBD4399-AB8B-A710-9CBE-4BC8C98B9A90}"/>
                  </a:ext>
                </a:extLst>
              </p:cNvPr>
              <p:cNvSpPr txBox="1"/>
              <p:nvPr/>
            </p:nvSpPr>
            <p:spPr>
              <a:xfrm>
                <a:off x="12542044" y="7709274"/>
                <a:ext cx="2574131" cy="32861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p>
                          <m:sSup>
                            <m:sSup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p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sup>
                      </m:sSup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sSup>
                            <m:sSupPr>
                              <m:ctrlP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p>
                              <m:r>
                                <a:rPr sz="2200" b="1" i="1">
                                  <a:solidFill>
                                    <a:srgbClr val="001869"/>
                                  </a:solidFill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(</m:t>
                      </m:r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𝑿</m:t>
                      </m:r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,</m:t>
                      </m:r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𝑴</m:t>
                      </m:r>
                      <m:r>
                        <a:rPr sz="2200" b="1" i="1">
                          <a:solidFill>
                            <a:srgbClr val="001869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97" name="Equation 51">
                <a:extLst>
                  <a:ext uri="{FF2B5EF4-FFF2-40B4-BE49-F238E27FC236}">
                    <a16:creationId xmlns:a16="http://schemas.microsoft.com/office/drawing/2014/main" id="{9EBD4399-AB8B-A710-9CBE-4BC8C98B9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2044" y="7709274"/>
                <a:ext cx="2574131" cy="328613"/>
              </a:xfrm>
              <a:prstGeom prst="rect">
                <a:avLst/>
              </a:prstGeom>
              <a:blipFill>
                <a:blip r:embed="rId50"/>
                <a:stretch>
                  <a:fillRect t="-3704" b="-4074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9" name="Equation 52">
                <a:extLst>
                  <a:ext uri="{FF2B5EF4-FFF2-40B4-BE49-F238E27FC236}">
                    <a16:creationId xmlns:a16="http://schemas.microsoft.com/office/drawing/2014/main" id="{FFB69C15-8AB2-BF69-C485-DA7524B6A4F5}"/>
                  </a:ext>
                </a:extLst>
              </p:cNvPr>
              <p:cNvSpPr txBox="1"/>
              <p:nvPr/>
            </p:nvSpPr>
            <p:spPr>
              <a:xfrm>
                <a:off x="13308806" y="8083893"/>
                <a:ext cx="537281" cy="23660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800" b="1" i="1">
                          <a:solidFill>
                            <a:srgbClr val="FFFFFF"/>
                          </a:solidFill>
                          <a:latin typeface="Cambria Math"/>
                        </a:rPr>
                        <m:t>𝑭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99" name="Equation 52">
                <a:extLst>
                  <a:ext uri="{FF2B5EF4-FFF2-40B4-BE49-F238E27FC236}">
                    <a16:creationId xmlns:a16="http://schemas.microsoft.com/office/drawing/2014/main" id="{FFB69C15-8AB2-BF69-C485-DA7524B6A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8806" y="8083893"/>
                <a:ext cx="537281" cy="236601"/>
              </a:xfrm>
              <a:prstGeom prst="rect">
                <a:avLst/>
              </a:prstGeom>
              <a:blipFill>
                <a:blip r:embed="rId51"/>
                <a:stretch>
                  <a:fillRect b="-256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0" name="Snowflake 210">
            <a:extLst>
              <a:ext uri="{FF2B5EF4-FFF2-40B4-BE49-F238E27FC236}">
                <a16:creationId xmlns:a16="http://schemas.microsoft.com/office/drawing/2014/main" id="{5F1FE58A-0FCF-9C93-EC47-E7F019744BB5}"/>
              </a:ext>
            </a:extLst>
          </p:cNvPr>
          <p:cNvGrpSpPr/>
          <p:nvPr/>
        </p:nvGrpSpPr>
        <p:grpSpPr>
          <a:xfrm>
            <a:off x="14196874" y="8110430"/>
            <a:ext cx="244488" cy="211733"/>
            <a:chOff x="14029234" y="8442002"/>
            <a:chExt cx="244488" cy="211733"/>
          </a:xfrm>
        </p:grpSpPr>
        <p:sp>
          <p:nvSpPr>
            <p:cNvPr id="300" name="Snowflake 210">
              <a:extLst>
                <a:ext uri="{FF2B5EF4-FFF2-40B4-BE49-F238E27FC236}">
                  <a16:creationId xmlns:a16="http://schemas.microsoft.com/office/drawing/2014/main" id="{118C2ABE-4076-A23E-45CF-6AC05C62FEFA}"/>
                </a:ext>
              </a:extLst>
            </p:cNvPr>
            <p:cNvSpPr/>
            <p:nvPr/>
          </p:nvSpPr>
          <p:spPr>
            <a:xfrm>
              <a:off x="14029234" y="8547868"/>
              <a:ext cx="244488" cy="110"/>
            </a:xfrm>
            <a:custGeom>
              <a:avLst/>
              <a:gdLst/>
              <a:ahLst/>
              <a:cxnLst/>
              <a:rect l="0" t="0" r="0" b="0"/>
              <a:pathLst>
                <a:path w="244488" h="110">
                  <a:moveTo>
                    <a:pt x="0" y="0"/>
                  </a:moveTo>
                  <a:lnTo>
                    <a:pt x="244488" y="0"/>
                  </a:lnTo>
                </a:path>
              </a:pathLst>
            </a:custGeom>
            <a:noFill/>
            <a:ln w="17526">
              <a:solidFill>
                <a:srgbClr val="FFFFFF"/>
              </a:solidFill>
            </a:ln>
          </p:spPr>
        </p:sp>
        <p:sp>
          <p:nvSpPr>
            <p:cNvPr id="301" name="Snowflake 210">
              <a:extLst>
                <a:ext uri="{FF2B5EF4-FFF2-40B4-BE49-F238E27FC236}">
                  <a16:creationId xmlns:a16="http://schemas.microsoft.com/office/drawing/2014/main" id="{8DE6B4F5-05C5-17EB-8084-41770060F215}"/>
                </a:ext>
              </a:extLst>
            </p:cNvPr>
            <p:cNvSpPr/>
            <p:nvPr/>
          </p:nvSpPr>
          <p:spPr>
            <a:xfrm>
              <a:off x="14078132" y="8517307"/>
              <a:ext cx="36673" cy="30561"/>
            </a:xfrm>
            <a:custGeom>
              <a:avLst/>
              <a:gdLst/>
              <a:ahLst/>
              <a:cxnLst/>
              <a:rect l="0" t="0" r="0" b="0"/>
              <a:pathLst>
                <a:path w="36673" h="30561">
                  <a:moveTo>
                    <a:pt x="0" y="30561"/>
                  </a:moveTo>
                  <a:lnTo>
                    <a:pt x="36673" y="0"/>
                  </a:lnTo>
                </a:path>
              </a:pathLst>
            </a:custGeom>
            <a:noFill/>
            <a:ln w="15335">
              <a:solidFill>
                <a:srgbClr val="FFFFFF"/>
              </a:solidFill>
            </a:ln>
          </p:spPr>
        </p:sp>
        <p:sp>
          <p:nvSpPr>
            <p:cNvPr id="302" name="Snowflake 210">
              <a:extLst>
                <a:ext uri="{FF2B5EF4-FFF2-40B4-BE49-F238E27FC236}">
                  <a16:creationId xmlns:a16="http://schemas.microsoft.com/office/drawing/2014/main" id="{2FFDD314-1932-BC77-3753-59C03AC05D29}"/>
                </a:ext>
              </a:extLst>
            </p:cNvPr>
            <p:cNvSpPr/>
            <p:nvPr/>
          </p:nvSpPr>
          <p:spPr>
            <a:xfrm>
              <a:off x="14078132" y="8547868"/>
              <a:ext cx="36673" cy="30561"/>
            </a:xfrm>
            <a:custGeom>
              <a:avLst/>
              <a:gdLst/>
              <a:ahLst/>
              <a:cxnLst/>
              <a:rect l="0" t="0" r="0" b="0"/>
              <a:pathLst>
                <a:path w="36673" h="30561">
                  <a:moveTo>
                    <a:pt x="0" y="0"/>
                  </a:moveTo>
                  <a:lnTo>
                    <a:pt x="36673" y="30561"/>
                  </a:lnTo>
                </a:path>
              </a:pathLst>
            </a:custGeom>
            <a:noFill/>
            <a:ln w="15335">
              <a:solidFill>
                <a:srgbClr val="FFFFFF"/>
              </a:solidFill>
            </a:ln>
          </p:spPr>
        </p:sp>
        <p:sp>
          <p:nvSpPr>
            <p:cNvPr id="303" name="Snowflake 210">
              <a:extLst>
                <a:ext uri="{FF2B5EF4-FFF2-40B4-BE49-F238E27FC236}">
                  <a16:creationId xmlns:a16="http://schemas.microsoft.com/office/drawing/2014/main" id="{EA73A612-8D37-B1A4-4EBF-36DFB5CA1558}"/>
                </a:ext>
              </a:extLst>
            </p:cNvPr>
            <p:cNvSpPr/>
            <p:nvPr/>
          </p:nvSpPr>
          <p:spPr>
            <a:xfrm>
              <a:off x="14188151" y="8517307"/>
              <a:ext cx="36673" cy="30561"/>
            </a:xfrm>
            <a:custGeom>
              <a:avLst/>
              <a:gdLst/>
              <a:ahLst/>
              <a:cxnLst/>
              <a:rect l="0" t="0" r="0" b="0"/>
              <a:pathLst>
                <a:path w="36673" h="30561">
                  <a:moveTo>
                    <a:pt x="36673" y="30561"/>
                  </a:moveTo>
                  <a:lnTo>
                    <a:pt x="0" y="0"/>
                  </a:lnTo>
                </a:path>
              </a:pathLst>
            </a:custGeom>
            <a:noFill/>
            <a:ln w="15335">
              <a:solidFill>
                <a:srgbClr val="FFFFFF"/>
              </a:solidFill>
            </a:ln>
          </p:spPr>
        </p:sp>
        <p:sp>
          <p:nvSpPr>
            <p:cNvPr id="304" name="Snowflake 210">
              <a:extLst>
                <a:ext uri="{FF2B5EF4-FFF2-40B4-BE49-F238E27FC236}">
                  <a16:creationId xmlns:a16="http://schemas.microsoft.com/office/drawing/2014/main" id="{CEBCD515-9AEB-0172-0A93-74C3987DF939}"/>
                </a:ext>
              </a:extLst>
            </p:cNvPr>
            <p:cNvSpPr/>
            <p:nvPr/>
          </p:nvSpPr>
          <p:spPr>
            <a:xfrm>
              <a:off x="14188151" y="8547868"/>
              <a:ext cx="36673" cy="30561"/>
            </a:xfrm>
            <a:custGeom>
              <a:avLst/>
              <a:gdLst/>
              <a:ahLst/>
              <a:cxnLst/>
              <a:rect l="0" t="0" r="0" b="0"/>
              <a:pathLst>
                <a:path w="36673" h="30561">
                  <a:moveTo>
                    <a:pt x="36673" y="0"/>
                  </a:moveTo>
                  <a:lnTo>
                    <a:pt x="0" y="30561"/>
                  </a:lnTo>
                </a:path>
              </a:pathLst>
            </a:custGeom>
            <a:noFill/>
            <a:ln w="15335">
              <a:solidFill>
                <a:srgbClr val="FFFFFF"/>
              </a:solidFill>
            </a:ln>
          </p:spPr>
        </p:sp>
        <p:sp>
          <p:nvSpPr>
            <p:cNvPr id="305" name="Snowflake 210">
              <a:extLst>
                <a:ext uri="{FF2B5EF4-FFF2-40B4-BE49-F238E27FC236}">
                  <a16:creationId xmlns:a16="http://schemas.microsoft.com/office/drawing/2014/main" id="{C52BF8BD-8BAF-9D10-C9CE-F4834602D944}"/>
                </a:ext>
              </a:extLst>
            </p:cNvPr>
            <p:cNvSpPr/>
            <p:nvPr/>
          </p:nvSpPr>
          <p:spPr>
            <a:xfrm>
              <a:off x="14090356" y="8442002"/>
              <a:ext cx="122244" cy="211733"/>
            </a:xfrm>
            <a:custGeom>
              <a:avLst/>
              <a:gdLst/>
              <a:ahLst/>
              <a:cxnLst/>
              <a:rect l="0" t="0" r="0" b="0"/>
              <a:pathLst>
                <a:path w="122244" h="211733">
                  <a:moveTo>
                    <a:pt x="0" y="0"/>
                  </a:moveTo>
                  <a:lnTo>
                    <a:pt x="122244" y="211733"/>
                  </a:lnTo>
                </a:path>
              </a:pathLst>
            </a:custGeom>
            <a:noFill/>
            <a:ln w="17526">
              <a:solidFill>
                <a:srgbClr val="FFFFFF"/>
              </a:solidFill>
            </a:ln>
          </p:spPr>
        </p:sp>
        <p:sp>
          <p:nvSpPr>
            <p:cNvPr id="306" name="Snowflake 210">
              <a:extLst>
                <a:ext uri="{FF2B5EF4-FFF2-40B4-BE49-F238E27FC236}">
                  <a16:creationId xmlns:a16="http://schemas.microsoft.com/office/drawing/2014/main" id="{20BE04DF-ED59-3177-6A82-4EA5AA7F4F67}"/>
                </a:ext>
              </a:extLst>
            </p:cNvPr>
            <p:cNvSpPr/>
            <p:nvPr/>
          </p:nvSpPr>
          <p:spPr>
            <a:xfrm>
              <a:off x="14114805" y="8484349"/>
              <a:ext cx="44803" cy="16479"/>
            </a:xfrm>
            <a:custGeom>
              <a:avLst/>
              <a:gdLst/>
              <a:ahLst/>
              <a:cxnLst/>
              <a:rect l="0" t="0" r="0" b="0"/>
              <a:pathLst>
                <a:path w="44803" h="16479">
                  <a:moveTo>
                    <a:pt x="0" y="0"/>
                  </a:moveTo>
                  <a:lnTo>
                    <a:pt x="44803" y="16479"/>
                  </a:lnTo>
                </a:path>
              </a:pathLst>
            </a:custGeom>
            <a:noFill/>
            <a:ln w="15335">
              <a:solidFill>
                <a:srgbClr val="FFFFFF"/>
              </a:solidFill>
            </a:ln>
          </p:spPr>
        </p:sp>
        <p:sp>
          <p:nvSpPr>
            <p:cNvPr id="307" name="Snowflake 210">
              <a:extLst>
                <a:ext uri="{FF2B5EF4-FFF2-40B4-BE49-F238E27FC236}">
                  <a16:creationId xmlns:a16="http://schemas.microsoft.com/office/drawing/2014/main" id="{45AE0193-FC9A-142C-5D08-033BBE7BE513}"/>
                </a:ext>
              </a:extLst>
            </p:cNvPr>
            <p:cNvSpPr/>
            <p:nvPr/>
          </p:nvSpPr>
          <p:spPr>
            <a:xfrm>
              <a:off x="14106675" y="8484349"/>
              <a:ext cx="8130" cy="47040"/>
            </a:xfrm>
            <a:custGeom>
              <a:avLst/>
              <a:gdLst/>
              <a:ahLst/>
              <a:cxnLst/>
              <a:rect l="0" t="0" r="0" b="0"/>
              <a:pathLst>
                <a:path w="8130" h="47040">
                  <a:moveTo>
                    <a:pt x="8130" y="0"/>
                  </a:moveTo>
                  <a:lnTo>
                    <a:pt x="0" y="47040"/>
                  </a:lnTo>
                </a:path>
              </a:pathLst>
            </a:custGeom>
            <a:noFill/>
            <a:ln w="15335">
              <a:solidFill>
                <a:srgbClr val="FFFFFF"/>
              </a:solidFill>
            </a:ln>
          </p:spPr>
        </p:sp>
        <p:sp>
          <p:nvSpPr>
            <p:cNvPr id="308" name="Snowflake 210">
              <a:extLst>
                <a:ext uri="{FF2B5EF4-FFF2-40B4-BE49-F238E27FC236}">
                  <a16:creationId xmlns:a16="http://schemas.microsoft.com/office/drawing/2014/main" id="{0A8E06A0-58F4-C828-9E57-4B11E3602720}"/>
                </a:ext>
              </a:extLst>
            </p:cNvPr>
            <p:cNvSpPr/>
            <p:nvPr/>
          </p:nvSpPr>
          <p:spPr>
            <a:xfrm>
              <a:off x="14188151" y="8564348"/>
              <a:ext cx="8130" cy="47040"/>
            </a:xfrm>
            <a:custGeom>
              <a:avLst/>
              <a:gdLst/>
              <a:ahLst/>
              <a:cxnLst/>
              <a:rect l="0" t="0" r="0" b="0"/>
              <a:pathLst>
                <a:path w="8130" h="47040">
                  <a:moveTo>
                    <a:pt x="0" y="47040"/>
                  </a:moveTo>
                  <a:lnTo>
                    <a:pt x="8130" y="0"/>
                  </a:lnTo>
                </a:path>
              </a:pathLst>
            </a:custGeom>
            <a:noFill/>
            <a:ln w="15335">
              <a:solidFill>
                <a:srgbClr val="FFFFFF"/>
              </a:solidFill>
            </a:ln>
          </p:spPr>
        </p:sp>
        <p:sp>
          <p:nvSpPr>
            <p:cNvPr id="309" name="Snowflake 210">
              <a:extLst>
                <a:ext uri="{FF2B5EF4-FFF2-40B4-BE49-F238E27FC236}">
                  <a16:creationId xmlns:a16="http://schemas.microsoft.com/office/drawing/2014/main" id="{36AB395B-A892-A097-57CF-90A800ACB0CF}"/>
                </a:ext>
              </a:extLst>
            </p:cNvPr>
            <p:cNvSpPr/>
            <p:nvPr/>
          </p:nvSpPr>
          <p:spPr>
            <a:xfrm>
              <a:off x="14143348" y="8594909"/>
              <a:ext cx="44803" cy="16479"/>
            </a:xfrm>
            <a:custGeom>
              <a:avLst/>
              <a:gdLst/>
              <a:ahLst/>
              <a:cxnLst/>
              <a:rect l="0" t="0" r="0" b="0"/>
              <a:pathLst>
                <a:path w="44803" h="16479">
                  <a:moveTo>
                    <a:pt x="44803" y="16479"/>
                  </a:moveTo>
                  <a:lnTo>
                    <a:pt x="0" y="0"/>
                  </a:lnTo>
                </a:path>
              </a:pathLst>
            </a:custGeom>
            <a:noFill/>
            <a:ln w="15335">
              <a:solidFill>
                <a:srgbClr val="FFFFFF"/>
              </a:solidFill>
            </a:ln>
          </p:spPr>
        </p:sp>
        <p:sp>
          <p:nvSpPr>
            <p:cNvPr id="310" name="Snowflake 210">
              <a:extLst>
                <a:ext uri="{FF2B5EF4-FFF2-40B4-BE49-F238E27FC236}">
                  <a16:creationId xmlns:a16="http://schemas.microsoft.com/office/drawing/2014/main" id="{0BA822ED-4456-F7E2-62E4-3CB946AE5DD1}"/>
                </a:ext>
              </a:extLst>
            </p:cNvPr>
            <p:cNvSpPr/>
            <p:nvPr/>
          </p:nvSpPr>
          <p:spPr>
            <a:xfrm>
              <a:off x="14090356" y="8442002"/>
              <a:ext cx="122244" cy="211733"/>
            </a:xfrm>
            <a:custGeom>
              <a:avLst/>
              <a:gdLst/>
              <a:ahLst/>
              <a:cxnLst/>
              <a:rect l="0" t="0" r="0" b="0"/>
              <a:pathLst>
                <a:path w="122244" h="211733">
                  <a:moveTo>
                    <a:pt x="122244" y="0"/>
                  </a:moveTo>
                  <a:lnTo>
                    <a:pt x="0" y="211733"/>
                  </a:lnTo>
                </a:path>
              </a:pathLst>
            </a:custGeom>
            <a:noFill/>
            <a:ln w="17526">
              <a:solidFill>
                <a:srgbClr val="FFFFFF"/>
              </a:solidFill>
            </a:ln>
          </p:spPr>
        </p:sp>
        <p:sp>
          <p:nvSpPr>
            <p:cNvPr id="311" name="Snowflake 210">
              <a:extLst>
                <a:ext uri="{FF2B5EF4-FFF2-40B4-BE49-F238E27FC236}">
                  <a16:creationId xmlns:a16="http://schemas.microsoft.com/office/drawing/2014/main" id="{18B35260-A065-211C-677F-86A119C6EB03}"/>
                </a:ext>
              </a:extLst>
            </p:cNvPr>
            <p:cNvSpPr/>
            <p:nvPr/>
          </p:nvSpPr>
          <p:spPr>
            <a:xfrm>
              <a:off x="14188151" y="8484349"/>
              <a:ext cx="8130" cy="47040"/>
            </a:xfrm>
            <a:custGeom>
              <a:avLst/>
              <a:gdLst/>
              <a:ahLst/>
              <a:cxnLst/>
              <a:rect l="0" t="0" r="0" b="0"/>
              <a:pathLst>
                <a:path w="8130" h="47040">
                  <a:moveTo>
                    <a:pt x="0" y="0"/>
                  </a:moveTo>
                  <a:lnTo>
                    <a:pt x="8130" y="47040"/>
                  </a:lnTo>
                </a:path>
              </a:pathLst>
            </a:custGeom>
            <a:noFill/>
            <a:ln w="15335">
              <a:solidFill>
                <a:srgbClr val="FFFFFF"/>
              </a:solidFill>
            </a:ln>
          </p:spPr>
        </p:sp>
        <p:sp>
          <p:nvSpPr>
            <p:cNvPr id="312" name="Snowflake 210">
              <a:extLst>
                <a:ext uri="{FF2B5EF4-FFF2-40B4-BE49-F238E27FC236}">
                  <a16:creationId xmlns:a16="http://schemas.microsoft.com/office/drawing/2014/main" id="{62B679B7-BF27-AB6B-9E3C-FABA4A3624D2}"/>
                </a:ext>
              </a:extLst>
            </p:cNvPr>
            <p:cNvSpPr/>
            <p:nvPr/>
          </p:nvSpPr>
          <p:spPr>
            <a:xfrm>
              <a:off x="14143348" y="8484349"/>
              <a:ext cx="44803" cy="16479"/>
            </a:xfrm>
            <a:custGeom>
              <a:avLst/>
              <a:gdLst/>
              <a:ahLst/>
              <a:cxnLst/>
              <a:rect l="0" t="0" r="0" b="0"/>
              <a:pathLst>
                <a:path w="44803" h="16479">
                  <a:moveTo>
                    <a:pt x="44803" y="0"/>
                  </a:moveTo>
                  <a:lnTo>
                    <a:pt x="0" y="16479"/>
                  </a:lnTo>
                </a:path>
              </a:pathLst>
            </a:custGeom>
            <a:noFill/>
            <a:ln w="15335">
              <a:solidFill>
                <a:srgbClr val="FFFFFF"/>
              </a:solidFill>
            </a:ln>
          </p:spPr>
        </p:sp>
        <p:sp>
          <p:nvSpPr>
            <p:cNvPr id="313" name="Snowflake 210">
              <a:extLst>
                <a:ext uri="{FF2B5EF4-FFF2-40B4-BE49-F238E27FC236}">
                  <a16:creationId xmlns:a16="http://schemas.microsoft.com/office/drawing/2014/main" id="{F4574F65-BBB6-4BC6-4188-9F0D153CAB7A}"/>
                </a:ext>
              </a:extLst>
            </p:cNvPr>
            <p:cNvSpPr/>
            <p:nvPr/>
          </p:nvSpPr>
          <p:spPr>
            <a:xfrm>
              <a:off x="14114805" y="8594909"/>
              <a:ext cx="44803" cy="16479"/>
            </a:xfrm>
            <a:custGeom>
              <a:avLst/>
              <a:gdLst/>
              <a:ahLst/>
              <a:cxnLst/>
              <a:rect l="0" t="0" r="0" b="0"/>
              <a:pathLst>
                <a:path w="44803" h="16479">
                  <a:moveTo>
                    <a:pt x="0" y="16479"/>
                  </a:moveTo>
                  <a:lnTo>
                    <a:pt x="44803" y="0"/>
                  </a:lnTo>
                </a:path>
              </a:pathLst>
            </a:custGeom>
            <a:noFill/>
            <a:ln w="15335">
              <a:solidFill>
                <a:srgbClr val="FFFFFF"/>
              </a:solidFill>
            </a:ln>
          </p:spPr>
        </p:sp>
        <p:sp>
          <p:nvSpPr>
            <p:cNvPr id="314" name="Snowflake 210">
              <a:extLst>
                <a:ext uri="{FF2B5EF4-FFF2-40B4-BE49-F238E27FC236}">
                  <a16:creationId xmlns:a16="http://schemas.microsoft.com/office/drawing/2014/main" id="{F9CCA164-FFE4-1D12-2DC7-453D6208EE08}"/>
                </a:ext>
              </a:extLst>
            </p:cNvPr>
            <p:cNvSpPr/>
            <p:nvPr/>
          </p:nvSpPr>
          <p:spPr>
            <a:xfrm>
              <a:off x="14106675" y="8564348"/>
              <a:ext cx="8130" cy="47040"/>
            </a:xfrm>
            <a:custGeom>
              <a:avLst/>
              <a:gdLst/>
              <a:ahLst/>
              <a:cxnLst/>
              <a:rect l="0" t="0" r="0" b="0"/>
              <a:pathLst>
                <a:path w="8130" h="47040">
                  <a:moveTo>
                    <a:pt x="8130" y="47040"/>
                  </a:moveTo>
                  <a:lnTo>
                    <a:pt x="0" y="0"/>
                  </a:lnTo>
                </a:path>
              </a:pathLst>
            </a:custGeom>
            <a:noFill/>
            <a:ln w="15335">
              <a:solidFill>
                <a:srgbClr val="FFFFFF"/>
              </a:solidFill>
            </a:ln>
          </p:spPr>
        </p:sp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421F7E4B-6354-87B6-5746-5BAB1AF92A0B}"/>
              </a:ext>
            </a:extLst>
          </p:cNvPr>
          <p:cNvGrpSpPr/>
          <p:nvPr/>
        </p:nvGrpSpPr>
        <p:grpSpPr>
          <a:xfrm>
            <a:off x="14296655" y="8215265"/>
            <a:ext cx="638070" cy="383645"/>
            <a:chOff x="14135788" y="8215265"/>
            <a:chExt cx="638070" cy="383645"/>
          </a:xfrm>
        </p:grpSpPr>
        <p:sp>
          <p:nvSpPr>
            <p:cNvPr id="315" name="Object 211">
              <a:extLst>
                <a:ext uri="{FF2B5EF4-FFF2-40B4-BE49-F238E27FC236}">
                  <a16:creationId xmlns:a16="http://schemas.microsoft.com/office/drawing/2014/main" id="{5E465377-2430-791E-0060-F24ED8D1DB76}"/>
                </a:ext>
              </a:extLst>
            </p:cNvPr>
            <p:cNvSpPr/>
            <p:nvPr/>
          </p:nvSpPr>
          <p:spPr>
            <a:xfrm>
              <a:off x="14135788" y="8270297"/>
              <a:ext cx="602456" cy="328613"/>
            </a:xfrm>
            <a:prstGeom prst="rect">
              <a:avLst/>
            </a:prstGeom>
            <a:solidFill>
              <a:srgbClr val="E5EFF6"/>
            </a:solidFill>
            <a:ln w="19050">
              <a:solidFill>
                <a:srgbClr val="173D6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6" name="Equation 53">
                  <a:extLst>
                    <a:ext uri="{FF2B5EF4-FFF2-40B4-BE49-F238E27FC236}">
                      <a16:creationId xmlns:a16="http://schemas.microsoft.com/office/drawing/2014/main" id="{B684BC24-F17E-90BD-0DCA-47B250FE6B67}"/>
                    </a:ext>
                  </a:extLst>
                </p:cNvPr>
                <p:cNvSpPr txBox="1"/>
                <p:nvPr/>
              </p:nvSpPr>
              <p:spPr>
                <a:xfrm>
                  <a:off x="14193309" y="8215265"/>
                  <a:ext cx="580549" cy="328613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sz="2200" b="1" i="1">
                                <a:solidFill>
                                  <a:srgbClr val="001869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sz="2200" b="1" i="1">
                                <a:solidFill>
                                  <a:srgbClr val="001869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sSup>
                              <m:sSupPr>
                                <m:ctrlPr>
                                  <a:rPr sz="2200" b="1" i="1">
                                    <a:solidFill>
                                      <a:srgbClr val="001869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sz="2200" b="1" i="1">
                                    <a:solidFill>
                                      <a:srgbClr val="001869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sz="2200" b="1" i="1">
                                    <a:solidFill>
                                      <a:srgbClr val="001869"/>
                                    </a:solidFill>
                                    <a:latin typeface="Cambria Math"/>
                                  </a:rPr>
                                  <m:t>∗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16" name="Equation 53">
                  <a:extLst>
                    <a:ext uri="{FF2B5EF4-FFF2-40B4-BE49-F238E27FC236}">
                      <a16:creationId xmlns:a16="http://schemas.microsoft.com/office/drawing/2014/main" id="{B684BC24-F17E-90BD-0DCA-47B250FE6B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93309" y="8215265"/>
                  <a:ext cx="580549" cy="328613"/>
                </a:xfrm>
                <a:prstGeom prst="rect">
                  <a:avLst/>
                </a:prstGeom>
                <a:blipFill>
                  <a:blip r:embed="rId52"/>
                  <a:stretch>
                    <a:fillRect l="-7368" b="-27778"/>
                  </a:stretch>
                </a:blipFill>
                <a:ln w="0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7" name="Object 212">
            <a:extLst>
              <a:ext uri="{FF2B5EF4-FFF2-40B4-BE49-F238E27FC236}">
                <a16:creationId xmlns:a16="http://schemas.microsoft.com/office/drawing/2014/main" id="{04A498CB-62B4-3558-941F-CCD88E2A0E39}"/>
              </a:ext>
            </a:extLst>
          </p:cNvPr>
          <p:cNvSpPr txBox="1"/>
          <p:nvPr/>
        </p:nvSpPr>
        <p:spPr>
          <a:xfrm>
            <a:off x="13976773" y="8699610"/>
            <a:ext cx="1234123" cy="24098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Forecast</a:t>
            </a:r>
          </a:p>
        </p:txBody>
      </p:sp>
      <p:sp>
        <p:nvSpPr>
          <p:cNvPr id="318" name="Object 213">
            <a:extLst>
              <a:ext uri="{FF2B5EF4-FFF2-40B4-BE49-F238E27FC236}">
                <a16:creationId xmlns:a16="http://schemas.microsoft.com/office/drawing/2014/main" id="{DE9DD32A-D33A-14F2-FFE4-29A9F3526803}"/>
              </a:ext>
            </a:extLst>
          </p:cNvPr>
          <p:cNvSpPr/>
          <p:nvPr/>
        </p:nvSpPr>
        <p:spPr>
          <a:xfrm>
            <a:off x="15302389" y="7347801"/>
            <a:ext cx="2694623" cy="170878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9" name="Object 214">
            <a:extLst>
              <a:ext uri="{FF2B5EF4-FFF2-40B4-BE49-F238E27FC236}">
                <a16:creationId xmlns:a16="http://schemas.microsoft.com/office/drawing/2014/main" id="{ED58532F-A67B-AE8D-7C51-AB8E5C3FC5D6}"/>
              </a:ext>
            </a:extLst>
          </p:cNvPr>
          <p:cNvSpPr/>
          <p:nvPr/>
        </p:nvSpPr>
        <p:spPr>
          <a:xfrm>
            <a:off x="15313342" y="7358754"/>
            <a:ext cx="2672715" cy="339566"/>
          </a:xfrm>
          <a:prstGeom prst="rect">
            <a:avLst/>
          </a:prstGeom>
          <a:solidFill>
            <a:srgbClr val="E5EF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0" name="Object 215">
            <a:extLst>
              <a:ext uri="{FF2B5EF4-FFF2-40B4-BE49-F238E27FC236}">
                <a16:creationId xmlns:a16="http://schemas.microsoft.com/office/drawing/2014/main" id="{362595D7-A6BB-719E-2C2D-6282B3A2F889}"/>
              </a:ext>
            </a:extLst>
          </p:cNvPr>
          <p:cNvSpPr txBox="1"/>
          <p:nvPr/>
        </p:nvSpPr>
        <p:spPr>
          <a:xfrm>
            <a:off x="15326360" y="7358754"/>
            <a:ext cx="2637790" cy="3286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Keep Reference</a:t>
            </a:r>
          </a:p>
        </p:txBody>
      </p:sp>
      <p:sp>
        <p:nvSpPr>
          <p:cNvPr id="321" name="Object 216">
            <a:extLst>
              <a:ext uri="{FF2B5EF4-FFF2-40B4-BE49-F238E27FC236}">
                <a16:creationId xmlns:a16="http://schemas.microsoft.com/office/drawing/2014/main" id="{8D283786-8E28-F3E4-13D2-863D139E27A2}"/>
              </a:ext>
            </a:extLst>
          </p:cNvPr>
          <p:cNvSpPr txBox="1"/>
          <p:nvPr/>
        </p:nvSpPr>
        <p:spPr>
          <a:xfrm>
            <a:off x="15368111" y="7742135"/>
            <a:ext cx="2563177" cy="3067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Cached Forecast</a:t>
            </a:r>
          </a:p>
        </p:txBody>
      </p:sp>
      <p:sp>
        <p:nvSpPr>
          <p:cNvPr id="322" name="Object 217">
            <a:extLst>
              <a:ext uri="{FF2B5EF4-FFF2-40B4-BE49-F238E27FC236}">
                <a16:creationId xmlns:a16="http://schemas.microsoft.com/office/drawing/2014/main" id="{C6E273C5-25F9-6257-6605-18BB4E20FFD1}"/>
              </a:ext>
            </a:extLst>
          </p:cNvPr>
          <p:cNvSpPr/>
          <p:nvPr/>
        </p:nvSpPr>
        <p:spPr>
          <a:xfrm>
            <a:off x="15903913" y="8205195"/>
            <a:ext cx="799624" cy="394335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pPr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3" name="Equation 54">
                <a:extLst>
                  <a:ext uri="{FF2B5EF4-FFF2-40B4-BE49-F238E27FC236}">
                    <a16:creationId xmlns:a16="http://schemas.microsoft.com/office/drawing/2014/main" id="{B89417EC-D4E7-B514-E0BF-A208F8ABC069}"/>
                  </a:ext>
                </a:extLst>
              </p:cNvPr>
              <p:cNvSpPr txBox="1"/>
              <p:nvPr/>
            </p:nvSpPr>
            <p:spPr>
              <a:xfrm>
                <a:off x="15956471" y="8188832"/>
                <a:ext cx="733901" cy="37242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23" name="Equation 54">
                <a:extLst>
                  <a:ext uri="{FF2B5EF4-FFF2-40B4-BE49-F238E27FC236}">
                    <a16:creationId xmlns:a16="http://schemas.microsoft.com/office/drawing/2014/main" id="{B89417EC-D4E7-B514-E0BF-A208F8ABC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6471" y="8188832"/>
                <a:ext cx="733901" cy="372427"/>
              </a:xfrm>
              <a:prstGeom prst="rect">
                <a:avLst/>
              </a:prstGeom>
              <a:blipFill>
                <a:blip r:embed="rId53"/>
                <a:stretch>
                  <a:fillRect b="-1967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4" name="Object 218">
            <a:extLst>
              <a:ext uri="{FF2B5EF4-FFF2-40B4-BE49-F238E27FC236}">
                <a16:creationId xmlns:a16="http://schemas.microsoft.com/office/drawing/2014/main" id="{38D8D5D9-1838-2C77-BC3F-199A0AE90B02}"/>
              </a:ext>
            </a:extLst>
          </p:cNvPr>
          <p:cNvSpPr txBox="1"/>
          <p:nvPr/>
        </p:nvSpPr>
        <p:spPr>
          <a:xfrm>
            <a:off x="15379065" y="8699874"/>
            <a:ext cx="2552224" cy="3067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No Extra Call</a:t>
            </a:r>
          </a:p>
        </p:txBody>
      </p:sp>
      <p:sp>
        <p:nvSpPr>
          <p:cNvPr id="325" name="Object 219">
            <a:extLst>
              <a:ext uri="{FF2B5EF4-FFF2-40B4-BE49-F238E27FC236}">
                <a16:creationId xmlns:a16="http://schemas.microsoft.com/office/drawing/2014/main" id="{8D1403D7-7B72-A093-E5D2-CC4A5D3E8EB8}"/>
              </a:ext>
            </a:extLst>
          </p:cNvPr>
          <p:cNvSpPr/>
          <p:nvPr/>
        </p:nvSpPr>
        <p:spPr>
          <a:xfrm>
            <a:off x="12487275" y="9111354"/>
            <a:ext cx="5509736" cy="317659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6" name="Object 220">
            <a:extLst>
              <a:ext uri="{FF2B5EF4-FFF2-40B4-BE49-F238E27FC236}">
                <a16:creationId xmlns:a16="http://schemas.microsoft.com/office/drawing/2014/main" id="{F653725A-14D1-A23F-DCC9-B009B180DA4F}"/>
              </a:ext>
            </a:extLst>
          </p:cNvPr>
          <p:cNvSpPr txBox="1"/>
          <p:nvPr/>
        </p:nvSpPr>
        <p:spPr>
          <a:xfrm>
            <a:off x="12786360" y="9111354"/>
            <a:ext cx="5177790" cy="3176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001869"/>
                </a:solidFill>
                <a:latin typeface="Calibri"/>
                <a:ea typeface="Calibri"/>
                <a:cs typeface="Calibri"/>
              </a:rPr>
              <a:t>1–2 Backbone Calls Per Request</a:t>
            </a:r>
          </a:p>
        </p:txBody>
      </p:sp>
      <p:cxnSp>
        <p:nvCxnSpPr>
          <p:cNvPr id="332" name="连接符: 肘形 331">
            <a:extLst>
              <a:ext uri="{FF2B5EF4-FFF2-40B4-BE49-F238E27FC236}">
                <a16:creationId xmlns:a16="http://schemas.microsoft.com/office/drawing/2014/main" id="{F4E13E8F-AD47-48ED-F308-087B5B6131F4}"/>
              </a:ext>
            </a:extLst>
          </p:cNvPr>
          <p:cNvCxnSpPr>
            <a:stCxn id="134" idx="2"/>
            <a:endCxn id="8" idx="0"/>
          </p:cNvCxnSpPr>
          <p:nvPr/>
        </p:nvCxnSpPr>
        <p:spPr>
          <a:xfrm rot="5400000">
            <a:off x="13057631" y="481206"/>
            <a:ext cx="748813" cy="7322581"/>
          </a:xfrm>
          <a:prstGeom prst="bentConnector3">
            <a:avLst>
              <a:gd name="adj1" fmla="val 72338"/>
            </a:avLst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Gradient Model 74">
            <a:extLst>
              <a:ext uri="{FF2B5EF4-FFF2-40B4-BE49-F238E27FC236}">
                <a16:creationId xmlns:a16="http://schemas.microsoft.com/office/drawing/2014/main" id="{AB09C02C-FDE2-CF23-667D-8BA6A7A02380}"/>
              </a:ext>
            </a:extLst>
          </p:cNvPr>
          <p:cNvSpPr/>
          <p:nvPr/>
        </p:nvSpPr>
        <p:spPr>
          <a:xfrm>
            <a:off x="4751086" y="5938224"/>
            <a:ext cx="587147" cy="862792"/>
          </a:xfrm>
          <a:custGeom>
            <a:avLst/>
            <a:gdLst/>
            <a:ahLst/>
            <a:cxnLst/>
            <a:rect l="0" t="0" r="0" b="0"/>
            <a:pathLst>
              <a:path w="788670" h="1566386">
                <a:moveTo>
                  <a:pt x="0" y="0"/>
                </a:moveTo>
                <a:lnTo>
                  <a:pt x="788670" y="208121"/>
                </a:lnTo>
                <a:lnTo>
                  <a:pt x="788670" y="1358265"/>
                </a:lnTo>
                <a:lnTo>
                  <a:pt x="0" y="1566386"/>
                </a:lnTo>
                <a:lnTo>
                  <a:pt x="0" y="0"/>
                </a:ln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8" name="Equation 22">
                <a:extLst>
                  <a:ext uri="{FF2B5EF4-FFF2-40B4-BE49-F238E27FC236}">
                    <a16:creationId xmlns:a16="http://schemas.microsoft.com/office/drawing/2014/main" id="{BB287F44-36B7-6905-2205-048E4F91F58E}"/>
                  </a:ext>
                </a:extLst>
              </p:cNvPr>
              <p:cNvSpPr txBox="1"/>
              <p:nvPr/>
            </p:nvSpPr>
            <p:spPr>
              <a:xfrm>
                <a:off x="4753927" y="6150545"/>
                <a:ext cx="701040" cy="438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800" b="1" i="1">
                          <a:solidFill>
                            <a:srgbClr val="FFFFFF"/>
                          </a:solidFill>
                          <a:latin typeface="Cambria Math"/>
                        </a:rPr>
                        <m:t>𝑭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38" name="Equation 22">
                <a:extLst>
                  <a:ext uri="{FF2B5EF4-FFF2-40B4-BE49-F238E27FC236}">
                    <a16:creationId xmlns:a16="http://schemas.microsoft.com/office/drawing/2014/main" id="{BB287F44-36B7-6905-2205-048E4F91F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927" y="6150545"/>
                <a:ext cx="701040" cy="438150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1" name="Gradient Model 74">
            <a:extLst>
              <a:ext uri="{FF2B5EF4-FFF2-40B4-BE49-F238E27FC236}">
                <a16:creationId xmlns:a16="http://schemas.microsoft.com/office/drawing/2014/main" id="{EECB1F83-9308-2F69-2114-ED64990B2F11}"/>
              </a:ext>
            </a:extLst>
          </p:cNvPr>
          <p:cNvSpPr/>
          <p:nvPr/>
        </p:nvSpPr>
        <p:spPr>
          <a:xfrm>
            <a:off x="12800965" y="8027374"/>
            <a:ext cx="661035" cy="862792"/>
          </a:xfrm>
          <a:custGeom>
            <a:avLst/>
            <a:gdLst/>
            <a:ahLst/>
            <a:cxnLst/>
            <a:rect l="0" t="0" r="0" b="0"/>
            <a:pathLst>
              <a:path w="788670" h="1566386">
                <a:moveTo>
                  <a:pt x="0" y="0"/>
                </a:moveTo>
                <a:lnTo>
                  <a:pt x="788670" y="208121"/>
                </a:lnTo>
                <a:lnTo>
                  <a:pt x="788670" y="1358265"/>
                </a:lnTo>
                <a:lnTo>
                  <a:pt x="0" y="1566386"/>
                </a:lnTo>
                <a:lnTo>
                  <a:pt x="0" y="0"/>
                </a:ln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3" name="Equation 22">
                <a:extLst>
                  <a:ext uri="{FF2B5EF4-FFF2-40B4-BE49-F238E27FC236}">
                    <a16:creationId xmlns:a16="http://schemas.microsoft.com/office/drawing/2014/main" id="{EE52593A-D661-514C-0347-5C4D64C9E942}"/>
                  </a:ext>
                </a:extLst>
              </p:cNvPr>
              <p:cNvSpPr txBox="1"/>
              <p:nvPr/>
            </p:nvSpPr>
            <p:spPr>
              <a:xfrm>
                <a:off x="12803806" y="8239695"/>
                <a:ext cx="701040" cy="438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800" b="1" i="1">
                          <a:solidFill>
                            <a:srgbClr val="FFFFFF"/>
                          </a:solidFill>
                          <a:latin typeface="Cambria Math"/>
                        </a:rPr>
                        <m:t>𝑭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43" name="Equation 22">
                <a:extLst>
                  <a:ext uri="{FF2B5EF4-FFF2-40B4-BE49-F238E27FC236}">
                    <a16:creationId xmlns:a16="http://schemas.microsoft.com/office/drawing/2014/main" id="{EE52593A-D661-514C-0347-5C4D64C9E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3806" y="8239695"/>
                <a:ext cx="701040" cy="43815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9" name="文本框 348">
                <a:extLst>
                  <a:ext uri="{FF2B5EF4-FFF2-40B4-BE49-F238E27FC236}">
                    <a16:creationId xmlns:a16="http://schemas.microsoft.com/office/drawing/2014/main" id="{927AC2DA-E63C-E917-DD45-CD58BF8A68B9}"/>
                  </a:ext>
                </a:extLst>
              </p:cNvPr>
              <p:cNvSpPr txBox="1"/>
              <p:nvPr/>
            </p:nvSpPr>
            <p:spPr>
              <a:xfrm>
                <a:off x="13800667" y="6862108"/>
                <a:ext cx="278765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0" lang="en-US" altLang="zh-CN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1869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m:t>Otherwise: </m:t>
                      </m:r>
                      <m:sSup>
                        <m:sSupPr>
                          <m:ctrlP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</m:ctrlPr>
                        </m:sSupPr>
                        <m:e>
                          <m: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  <m:t>𝒂</m:t>
                          </m:r>
                        </m:e>
                        <m:sup>
                          <m:r>
                            <a:rPr kumimoji="0" lang="ar-AE" altLang="zh-CN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kumimoji="0" lang="ar-AE" altLang="zh-CN" sz="20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1869"/>
                          </a:solidFill>
                          <a:effectLst/>
                          <a:uLnTx/>
                          <a:uFillTx/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</m:ctrlPr>
                        </m:sSubPr>
                        <m:e>
                          <m: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  <m:t>𝒂</m:t>
                          </m:r>
                        </m:e>
                        <m:sub>
                          <m: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49" name="文本框 348">
                <a:extLst>
                  <a:ext uri="{FF2B5EF4-FFF2-40B4-BE49-F238E27FC236}">
                    <a16:creationId xmlns:a16="http://schemas.microsoft.com/office/drawing/2014/main" id="{927AC2DA-E63C-E917-DD45-CD58BF8A6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0667" y="6862108"/>
                <a:ext cx="2787650" cy="400110"/>
              </a:xfrm>
              <a:prstGeom prst="rect">
                <a:avLst/>
              </a:prstGeom>
              <a:blipFill>
                <a:blip r:embed="rId56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1" name="文本框 350">
                <a:extLst>
                  <a:ext uri="{FF2B5EF4-FFF2-40B4-BE49-F238E27FC236}">
                    <a16:creationId xmlns:a16="http://schemas.microsoft.com/office/drawing/2014/main" id="{3D49EF6C-7A79-17B2-C137-C7CC3A35A8F6}"/>
                  </a:ext>
                </a:extLst>
              </p:cNvPr>
              <p:cNvSpPr txBox="1"/>
              <p:nvPr/>
            </p:nvSpPr>
            <p:spPr>
              <a:xfrm>
                <a:off x="13383682" y="6455288"/>
                <a:ext cx="3896783" cy="557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</m:ctrlPr>
                        </m:limLowPr>
                        <m:e>
                          <m: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  <m:t>𝒎𝒂𝒙</m:t>
                          </m:r>
                        </m:e>
                        <m:lim>
                          <m: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  <m:t>𝒂</m:t>
                          </m:r>
                          <m: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  <m:t>∈</m:t>
                          </m:r>
                          <m:sSup>
                            <m:sSupPr>
                              <m:ctrlPr>
                                <a:rPr kumimoji="0" lang="zh-CN" altLang="ar-AE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1869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kumimoji="0" lang="zh-CN" altLang="ar-AE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1869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</a:rPr>
                                <m:t>𝑨</m:t>
                              </m:r>
                            </m:e>
                            <m:sup>
                              <m:r>
                                <a:rPr kumimoji="0" lang="ar-AE" altLang="zh-CN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1869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</a:rPr>
                                <m:t>+</m:t>
                              </m:r>
                            </m:sup>
                          </m:sSup>
                        </m:lim>
                      </m:limLow>
                      <m:r>
                        <a:rPr kumimoji="0" lang="ar-AE" altLang="zh-CN" sz="20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1869"/>
                          </a:solidFill>
                          <a:effectLst/>
                          <a:uLnTx/>
                          <a:uFillTx/>
                          <a:latin typeface="Cambria Math"/>
                        </a:rPr>
                        <m:t> </m:t>
                      </m:r>
                      <m:sSub>
                        <m:sSubPr>
                          <m:ctrlP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</m:ctrlPr>
                        </m:sSubPr>
                        <m:e>
                          <m: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  <m:t>𝑺</m:t>
                          </m:r>
                        </m:e>
                        <m:sub>
                          <m: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kumimoji="0" lang="ar-AE" altLang="zh-CN" sz="20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1869"/>
                          </a:solidFill>
                          <a:effectLst/>
                          <a:uLnTx/>
                          <a:uFillTx/>
                          <a:latin typeface="Cambria Math"/>
                        </a:rPr>
                        <m:t>&gt;</m:t>
                      </m:r>
                      <m:r>
                        <a:rPr kumimoji="0" lang="zh-CN" altLang="ar-AE" sz="20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1869"/>
                          </a:solidFill>
                          <a:effectLst/>
                          <a:uLnTx/>
                          <a:uFillTx/>
                          <a:latin typeface="Cambria Math"/>
                        </a:rPr>
                        <m:t>𝟎</m:t>
                      </m:r>
                      <m:r>
                        <a:rPr kumimoji="0" lang="zh-CN" altLang="ar-AE" sz="20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1869"/>
                          </a:solidFill>
                          <a:effectLst/>
                          <a:uLnTx/>
                          <a:uFillTx/>
                          <a:latin typeface="Cambria Math"/>
                        </a:rPr>
                        <m:t>⇒</m:t>
                      </m:r>
                      <m:sSup>
                        <m:sSupPr>
                          <m:ctrlP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</m:ctrlPr>
                        </m:sSupPr>
                        <m:e>
                          <m: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  <m:t>𝒂</m:t>
                          </m:r>
                        </m:e>
                        <m:sup>
                          <m:r>
                            <a:rPr kumimoji="0" lang="ar-AE" altLang="zh-CN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kumimoji="0" lang="ar-AE" altLang="zh-CN" sz="20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1869"/>
                          </a:solidFill>
                          <a:effectLst/>
                          <a:uLnTx/>
                          <a:uFillTx/>
                          <a:latin typeface="Cambria Math"/>
                        </a:rPr>
                        <m:t>=</m:t>
                      </m:r>
                      <m:limLow>
                        <m:limLowPr>
                          <m:ctrlP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</m:ctrlPr>
                        </m:limLowPr>
                        <m:e>
                          <m: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  <m:t>𝒂𝒓𝒈𝒎𝒂𝒙</m:t>
                          </m:r>
                        </m:e>
                        <m:lim>
                          <m: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  <m:t>𝒂</m:t>
                          </m:r>
                          <m: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  <m:t>∈</m:t>
                          </m:r>
                          <m:sSup>
                            <m:sSupPr>
                              <m:ctrlPr>
                                <a:rPr kumimoji="0" lang="zh-CN" altLang="ar-AE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1869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kumimoji="0" lang="zh-CN" altLang="ar-AE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1869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</a:rPr>
                                <m:t>𝑨</m:t>
                              </m:r>
                            </m:e>
                            <m:sup>
                              <m:r>
                                <a:rPr kumimoji="0" lang="ar-AE" altLang="zh-CN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1869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</a:rPr>
                                <m:t>+</m:t>
                              </m:r>
                            </m:sup>
                          </m:sSup>
                        </m:lim>
                      </m:limLow>
                      <m:r>
                        <a:rPr kumimoji="0" lang="ar-AE" altLang="zh-CN" sz="20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1869"/>
                          </a:solidFill>
                          <a:effectLst/>
                          <a:uLnTx/>
                          <a:uFillTx/>
                          <a:latin typeface="Cambria Math"/>
                        </a:rPr>
                        <m:t> </m:t>
                      </m:r>
                      <m:sSub>
                        <m:sSubPr>
                          <m:ctrlP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</m:ctrlPr>
                        </m:sSubPr>
                        <m:e>
                          <m: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  <m:t>𝑺</m:t>
                          </m:r>
                        </m:e>
                        <m:sub>
                          <m:r>
                            <a:rPr kumimoji="0" lang="zh-CN" altLang="ar-AE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1869"/>
                              </a:solidFill>
                              <a:effectLst/>
                              <a:uLnTx/>
                              <a:uFillTx/>
                              <a:latin typeface="Cambria Math"/>
                            </a:rPr>
                            <m:t>𝒂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51" name="文本框 350">
                <a:extLst>
                  <a:ext uri="{FF2B5EF4-FFF2-40B4-BE49-F238E27FC236}">
                    <a16:creationId xmlns:a16="http://schemas.microsoft.com/office/drawing/2014/main" id="{3D49EF6C-7A79-17B2-C137-C7CC3A35A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3682" y="6455288"/>
                <a:ext cx="3896783" cy="557140"/>
              </a:xfrm>
              <a:prstGeom prst="rect">
                <a:avLst/>
              </a:prstGeom>
              <a:blipFill>
                <a:blip r:embed="rId57"/>
                <a:stretch>
                  <a:fillRect b="-3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3" name="Element 42">
            <a:extLst>
              <a:ext uri="{FF2B5EF4-FFF2-40B4-BE49-F238E27FC236}">
                <a16:creationId xmlns:a16="http://schemas.microsoft.com/office/drawing/2014/main" id="{397338F9-C0CC-E838-5F27-EA52FEF26345}"/>
              </a:ext>
            </a:extLst>
          </p:cNvPr>
          <p:cNvSpPr/>
          <p:nvPr/>
        </p:nvSpPr>
        <p:spPr>
          <a:xfrm>
            <a:off x="4988514" y="1582200"/>
            <a:ext cx="357027" cy="772856"/>
          </a:xfrm>
          <a:prstGeom prst="rect">
            <a:avLst/>
          </a:prstGeom>
          <a:solidFill>
            <a:srgbClr val="FFFFFF"/>
          </a:solidFill>
          <a:ln w="11430">
            <a:solidFill>
              <a:srgbClr val="173D65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5" name="Element 42">
            <a:extLst>
              <a:ext uri="{FF2B5EF4-FFF2-40B4-BE49-F238E27FC236}">
                <a16:creationId xmlns:a16="http://schemas.microsoft.com/office/drawing/2014/main" id="{0D362BB6-C108-735A-702E-DA38BE1A013D}"/>
              </a:ext>
            </a:extLst>
          </p:cNvPr>
          <p:cNvSpPr/>
          <p:nvPr/>
        </p:nvSpPr>
        <p:spPr>
          <a:xfrm>
            <a:off x="2581831" y="5597366"/>
            <a:ext cx="357027" cy="618648"/>
          </a:xfrm>
          <a:prstGeom prst="rect">
            <a:avLst/>
          </a:prstGeom>
          <a:solidFill>
            <a:srgbClr val="FFFFFF"/>
          </a:solidFill>
          <a:ln w="11430">
            <a:solidFill>
              <a:srgbClr val="173D65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Object 151">
            <a:extLst>
              <a:ext uri="{FF2B5EF4-FFF2-40B4-BE49-F238E27FC236}">
                <a16:creationId xmlns:a16="http://schemas.microsoft.com/office/drawing/2014/main" id="{951EA248-8F97-5BA6-00BA-B7BE0874488D}"/>
              </a:ext>
            </a:extLst>
          </p:cNvPr>
          <p:cNvSpPr/>
          <p:nvPr/>
        </p:nvSpPr>
        <p:spPr>
          <a:xfrm>
            <a:off x="6135053" y="6232459"/>
            <a:ext cx="679133" cy="350520"/>
          </a:xfrm>
          <a:prstGeom prst="rect">
            <a:avLst/>
          </a:prstGeom>
          <a:solidFill>
            <a:srgbClr val="E5EFF6"/>
          </a:solidFill>
          <a:ln w="19050">
            <a:solidFill>
              <a:srgbClr val="173D65"/>
            </a:solidFill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Equation 41">
                <a:extLst>
                  <a:ext uri="{FF2B5EF4-FFF2-40B4-BE49-F238E27FC236}">
                    <a16:creationId xmlns:a16="http://schemas.microsoft.com/office/drawing/2014/main" id="{A41FBABD-CCE1-2F26-31C5-755E466D9063}"/>
                  </a:ext>
                </a:extLst>
              </p:cNvPr>
              <p:cNvSpPr txBox="1"/>
              <p:nvPr/>
            </p:nvSpPr>
            <p:spPr>
              <a:xfrm>
                <a:off x="6221730" y="6205313"/>
                <a:ext cx="613410" cy="32861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sz="2200" b="1" i="1">
                              <a:solidFill>
                                <a:srgbClr val="001869"/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8" name="Equation 41">
                <a:extLst>
                  <a:ext uri="{FF2B5EF4-FFF2-40B4-BE49-F238E27FC236}">
                    <a16:creationId xmlns:a16="http://schemas.microsoft.com/office/drawing/2014/main" id="{A41FBABD-CCE1-2F26-31C5-755E466D9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730" y="6205313"/>
                <a:ext cx="613410" cy="328613"/>
              </a:xfrm>
              <a:prstGeom prst="rect">
                <a:avLst/>
              </a:prstGeom>
              <a:blipFill>
                <a:blip r:embed="rId58"/>
                <a:stretch>
                  <a:fillRect b="-2777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0" name="图片 149">
            <a:extLst>
              <a:ext uri="{FF2B5EF4-FFF2-40B4-BE49-F238E27FC236}">
                <a16:creationId xmlns:a16="http://schemas.microsoft.com/office/drawing/2014/main" id="{1A17F312-42C4-A43A-D212-2ACDE63BCD23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1788140" y="3060019"/>
            <a:ext cx="633412" cy="633412"/>
          </a:xfrm>
          <a:prstGeom prst="rect">
            <a:avLst/>
          </a:prstGeom>
        </p:spPr>
      </p:pic>
      <p:pic>
        <p:nvPicPr>
          <p:cNvPr id="152" name="图片 151">
            <a:extLst>
              <a:ext uri="{FF2B5EF4-FFF2-40B4-BE49-F238E27FC236}">
                <a16:creationId xmlns:a16="http://schemas.microsoft.com/office/drawing/2014/main" id="{73CFDE4D-50A7-ED6D-8430-424BBB56D41C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445919" y="6052914"/>
            <a:ext cx="633412" cy="633412"/>
          </a:xfrm>
          <a:prstGeom prst="rect">
            <a:avLst/>
          </a:prstGeom>
        </p:spPr>
      </p:pic>
      <p:pic>
        <p:nvPicPr>
          <p:cNvPr id="154" name="图片 153">
            <a:extLst>
              <a:ext uri="{FF2B5EF4-FFF2-40B4-BE49-F238E27FC236}">
                <a16:creationId xmlns:a16="http://schemas.microsoft.com/office/drawing/2014/main" id="{7B81C36E-7CED-6D0F-CA4B-2BD4A9EBB83C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3527352" y="8148414"/>
            <a:ext cx="633412" cy="633412"/>
          </a:xfrm>
          <a:prstGeom prst="rect">
            <a:avLst/>
          </a:prstGeom>
        </p:spPr>
      </p:pic>
      <p:pic>
        <p:nvPicPr>
          <p:cNvPr id="211" name="图片 210">
            <a:extLst>
              <a:ext uri="{FF2B5EF4-FFF2-40B4-BE49-F238E27FC236}">
                <a16:creationId xmlns:a16="http://schemas.microsoft.com/office/drawing/2014/main" id="{01025986-484A-0E45-C9ED-D5D9E5FD09D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657290" y="8003907"/>
            <a:ext cx="516474" cy="388253"/>
          </a:xfrm>
          <a:prstGeom prst="rect">
            <a:avLst/>
          </a:prstGeom>
        </p:spPr>
      </p:pic>
      <p:pic>
        <p:nvPicPr>
          <p:cNvPr id="282" name="图片 281">
            <a:extLst>
              <a:ext uri="{FF2B5EF4-FFF2-40B4-BE49-F238E27FC236}">
                <a16:creationId xmlns:a16="http://schemas.microsoft.com/office/drawing/2014/main" id="{6BE8EEA6-8970-84D5-CE07-030BADE636E3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2459930" y="8008987"/>
            <a:ext cx="516474" cy="388253"/>
          </a:xfrm>
          <a:prstGeom prst="rect">
            <a:avLst/>
          </a:prstGeom>
        </p:spPr>
      </p:pic>
      <p:pic>
        <p:nvPicPr>
          <p:cNvPr id="298" name="图片 297">
            <a:extLst>
              <a:ext uri="{FF2B5EF4-FFF2-40B4-BE49-F238E27FC236}">
                <a16:creationId xmlns:a16="http://schemas.microsoft.com/office/drawing/2014/main" id="{00823409-AFB9-DF40-8993-BB21BF341188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273524" y="8004468"/>
            <a:ext cx="516474" cy="388253"/>
          </a:xfrm>
          <a:prstGeom prst="rect">
            <a:avLst/>
          </a:prstGeom>
        </p:spPr>
      </p:pic>
      <p:pic>
        <p:nvPicPr>
          <p:cNvPr id="333" name="图片 332">
            <a:extLst>
              <a:ext uri="{FF2B5EF4-FFF2-40B4-BE49-F238E27FC236}">
                <a16:creationId xmlns:a16="http://schemas.microsoft.com/office/drawing/2014/main" id="{ABD077A7-4F16-B108-EAED-65C4720E6F06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2896443" y="8791149"/>
            <a:ext cx="516474" cy="388253"/>
          </a:xfrm>
          <a:prstGeom prst="rect">
            <a:avLst/>
          </a:prstGeom>
        </p:spPr>
      </p:pic>
      <p:pic>
        <p:nvPicPr>
          <p:cNvPr id="335" name="图片 334">
            <a:extLst>
              <a:ext uri="{FF2B5EF4-FFF2-40B4-BE49-F238E27FC236}">
                <a16:creationId xmlns:a16="http://schemas.microsoft.com/office/drawing/2014/main" id="{8B70AFC8-4F6B-B4C5-C30E-995DD8057198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971675" y="8802102"/>
            <a:ext cx="516474" cy="388253"/>
          </a:xfrm>
          <a:prstGeom prst="rect">
            <a:avLst/>
          </a:prstGeom>
        </p:spPr>
      </p:pic>
      <p:sp>
        <p:nvSpPr>
          <p:cNvPr id="344" name="Editable Curve 55">
            <a:extLst>
              <a:ext uri="{FF2B5EF4-FFF2-40B4-BE49-F238E27FC236}">
                <a16:creationId xmlns:a16="http://schemas.microsoft.com/office/drawing/2014/main" id="{B433C03E-4B31-7FBD-696A-C5C455D0B6B3}"/>
              </a:ext>
            </a:extLst>
          </p:cNvPr>
          <p:cNvSpPr/>
          <p:nvPr/>
        </p:nvSpPr>
        <p:spPr>
          <a:xfrm>
            <a:off x="9628346" y="1986858"/>
            <a:ext cx="1588294" cy="53766"/>
          </a:xfrm>
          <a:custGeom>
            <a:avLst/>
            <a:gdLst/>
            <a:ahLst/>
            <a:cxnLst/>
            <a:rect l="0" t="0" r="0" b="0"/>
            <a:pathLst>
              <a:path w="1588294" h="53766">
                <a:moveTo>
                  <a:pt x="0" y="28632"/>
                </a:moveTo>
                <a:lnTo>
                  <a:pt x="37817" y="50377"/>
                </a:lnTo>
                <a:lnTo>
                  <a:pt x="75633" y="33828"/>
                </a:lnTo>
                <a:lnTo>
                  <a:pt x="113450" y="52353"/>
                </a:lnTo>
                <a:lnTo>
                  <a:pt x="151266" y="18152"/>
                </a:lnTo>
                <a:lnTo>
                  <a:pt x="189083" y="38439"/>
                </a:lnTo>
                <a:lnTo>
                  <a:pt x="226899" y="40921"/>
                </a:lnTo>
                <a:lnTo>
                  <a:pt x="264716" y="35819"/>
                </a:lnTo>
                <a:lnTo>
                  <a:pt x="302532" y="47107"/>
                </a:lnTo>
                <a:lnTo>
                  <a:pt x="340349" y="4069"/>
                </a:lnTo>
                <a:lnTo>
                  <a:pt x="378165" y="20127"/>
                </a:lnTo>
                <a:lnTo>
                  <a:pt x="415982" y="6169"/>
                </a:lnTo>
                <a:lnTo>
                  <a:pt x="453798" y="21763"/>
                </a:lnTo>
                <a:lnTo>
                  <a:pt x="491615" y="37179"/>
                </a:lnTo>
                <a:lnTo>
                  <a:pt x="529431" y="11335"/>
                </a:lnTo>
                <a:lnTo>
                  <a:pt x="567248" y="31488"/>
                </a:lnTo>
                <a:lnTo>
                  <a:pt x="605064" y="8276"/>
                </a:lnTo>
                <a:lnTo>
                  <a:pt x="642881" y="38329"/>
                </a:lnTo>
                <a:lnTo>
                  <a:pt x="680697" y="49249"/>
                </a:lnTo>
                <a:lnTo>
                  <a:pt x="718514" y="41256"/>
                </a:lnTo>
                <a:lnTo>
                  <a:pt x="756330" y="53766"/>
                </a:lnTo>
                <a:lnTo>
                  <a:pt x="794147" y="15086"/>
                </a:lnTo>
                <a:lnTo>
                  <a:pt x="831963" y="37699"/>
                </a:lnTo>
                <a:lnTo>
                  <a:pt x="869780" y="28435"/>
                </a:lnTo>
                <a:lnTo>
                  <a:pt x="907596" y="34353"/>
                </a:lnTo>
                <a:lnTo>
                  <a:pt x="945413" y="39171"/>
                </a:lnTo>
                <a:lnTo>
                  <a:pt x="983229" y="1594"/>
                </a:lnTo>
                <a:lnTo>
                  <a:pt x="1021046" y="19711"/>
                </a:lnTo>
                <a:lnTo>
                  <a:pt x="1058862" y="0"/>
                </a:lnTo>
                <a:lnTo>
                  <a:pt x="1096679" y="27904"/>
                </a:lnTo>
                <a:lnTo>
                  <a:pt x="1134496" y="36555"/>
                </a:lnTo>
                <a:lnTo>
                  <a:pt x="1172312" y="21610"/>
                </a:lnTo>
                <a:lnTo>
                  <a:pt x="1210129" y="38506"/>
                </a:lnTo>
                <a:lnTo>
                  <a:pt x="1247945" y="11208"/>
                </a:lnTo>
                <a:lnTo>
                  <a:pt x="1285762" y="45705"/>
                </a:lnTo>
                <a:lnTo>
                  <a:pt x="1323578" y="45112"/>
                </a:lnTo>
                <a:lnTo>
                  <a:pt x="1361395" y="46726"/>
                </a:lnTo>
                <a:lnTo>
                  <a:pt x="1399211" y="50086"/>
                </a:lnTo>
                <a:lnTo>
                  <a:pt x="1437028" y="11619"/>
                </a:lnTo>
                <a:lnTo>
                  <a:pt x="1474844" y="33697"/>
                </a:lnTo>
                <a:lnTo>
                  <a:pt x="1512661" y="15906"/>
                </a:lnTo>
                <a:lnTo>
                  <a:pt x="1550477" y="33605"/>
                </a:lnTo>
                <a:lnTo>
                  <a:pt x="1588294" y="31386"/>
                </a:lnTo>
              </a:path>
            </a:pathLst>
          </a:custGeom>
          <a:noFill/>
          <a:ln w="12049">
            <a:solidFill>
              <a:srgbClr val="1260FA"/>
            </a:solidFill>
          </a:ln>
        </p:spPr>
      </p:sp>
      <p:sp>
        <p:nvSpPr>
          <p:cNvPr id="346" name="Editable Curve 56">
            <a:extLst>
              <a:ext uri="{FF2B5EF4-FFF2-40B4-BE49-F238E27FC236}">
                <a16:creationId xmlns:a16="http://schemas.microsoft.com/office/drawing/2014/main" id="{CC89C751-40BB-ED36-C7AF-0A9E0FC4AC2C}"/>
              </a:ext>
            </a:extLst>
          </p:cNvPr>
          <p:cNvSpPr/>
          <p:nvPr/>
        </p:nvSpPr>
        <p:spPr>
          <a:xfrm>
            <a:off x="9628346" y="2121228"/>
            <a:ext cx="1588294" cy="54071"/>
          </a:xfrm>
          <a:custGeom>
            <a:avLst/>
            <a:gdLst/>
            <a:ahLst/>
            <a:cxnLst/>
            <a:rect l="0" t="0" r="0" b="0"/>
            <a:pathLst>
              <a:path w="1588294" h="54071">
                <a:moveTo>
                  <a:pt x="0" y="47906"/>
                </a:moveTo>
                <a:lnTo>
                  <a:pt x="37817" y="25825"/>
                </a:lnTo>
                <a:lnTo>
                  <a:pt x="75633" y="45175"/>
                </a:lnTo>
                <a:lnTo>
                  <a:pt x="113450" y="21266"/>
                </a:lnTo>
                <a:lnTo>
                  <a:pt x="151266" y="27473"/>
                </a:lnTo>
                <a:lnTo>
                  <a:pt x="189083" y="47759"/>
                </a:lnTo>
                <a:lnTo>
                  <a:pt x="226899" y="31386"/>
                </a:lnTo>
                <a:lnTo>
                  <a:pt x="264716" y="51114"/>
                </a:lnTo>
                <a:lnTo>
                  <a:pt x="302532" y="9934"/>
                </a:lnTo>
                <a:lnTo>
                  <a:pt x="340349" y="14329"/>
                </a:lnTo>
                <a:lnTo>
                  <a:pt x="378165" y="13093"/>
                </a:lnTo>
                <a:lnTo>
                  <a:pt x="415982" y="10606"/>
                </a:lnTo>
                <a:lnTo>
                  <a:pt x="453798" y="38095"/>
                </a:lnTo>
                <a:lnTo>
                  <a:pt x="491615" y="5486"/>
                </a:lnTo>
                <a:lnTo>
                  <a:pt x="529431" y="21607"/>
                </a:lnTo>
                <a:lnTo>
                  <a:pt x="567248" y="7235"/>
                </a:lnTo>
                <a:lnTo>
                  <a:pt x="605064" y="21260"/>
                </a:lnTo>
                <a:lnTo>
                  <a:pt x="642881" y="49698"/>
                </a:lnTo>
                <a:lnTo>
                  <a:pt x="680697" y="31938"/>
                </a:lnTo>
                <a:lnTo>
                  <a:pt x="718514" y="52185"/>
                </a:lnTo>
                <a:lnTo>
                  <a:pt x="756330" y="18214"/>
                </a:lnTo>
                <a:lnTo>
                  <a:pt x="794147" y="30228"/>
                </a:lnTo>
                <a:lnTo>
                  <a:pt x="831963" y="37312"/>
                </a:lnTo>
                <a:lnTo>
                  <a:pt x="869780" y="28355"/>
                </a:lnTo>
                <a:lnTo>
                  <a:pt x="907596" y="45867"/>
                </a:lnTo>
                <a:lnTo>
                  <a:pt x="945413" y="3072"/>
                </a:lnTo>
                <a:lnTo>
                  <a:pt x="983229" y="14609"/>
                </a:lnTo>
                <a:lnTo>
                  <a:pt x="1021046" y="3592"/>
                </a:lnTo>
                <a:lnTo>
                  <a:pt x="1058862" y="13561"/>
                </a:lnTo>
                <a:lnTo>
                  <a:pt x="1096679" y="37420"/>
                </a:lnTo>
                <a:lnTo>
                  <a:pt x="1134496" y="11118"/>
                </a:lnTo>
                <a:lnTo>
                  <a:pt x="1172312" y="31377"/>
                </a:lnTo>
                <a:lnTo>
                  <a:pt x="1210129" y="8381"/>
                </a:lnTo>
                <a:lnTo>
                  <a:pt x="1247945" y="30914"/>
                </a:lnTo>
                <a:lnTo>
                  <a:pt x="1285762" y="48300"/>
                </a:lnTo>
                <a:lnTo>
                  <a:pt x="1323578" y="37336"/>
                </a:lnTo>
                <a:lnTo>
                  <a:pt x="1361395" y="54071"/>
                </a:lnTo>
                <a:lnTo>
                  <a:pt x="1399211" y="13748"/>
                </a:lnTo>
                <a:lnTo>
                  <a:pt x="1437028" y="29951"/>
                </a:lnTo>
                <a:lnTo>
                  <a:pt x="1474844" y="24439"/>
                </a:lnTo>
                <a:lnTo>
                  <a:pt x="1512661" y="25908"/>
                </a:lnTo>
                <a:lnTo>
                  <a:pt x="1550477" y="38933"/>
                </a:lnTo>
                <a:lnTo>
                  <a:pt x="1588294" y="0"/>
                </a:lnTo>
              </a:path>
            </a:pathLst>
          </a:custGeom>
          <a:noFill/>
          <a:ln w="12049">
            <a:solidFill>
              <a:srgbClr val="1260FA"/>
            </a:solidFill>
          </a:ln>
        </p:spPr>
      </p:sp>
      <p:sp>
        <p:nvSpPr>
          <p:cNvPr id="348" name="Editable Curve 57">
            <a:extLst>
              <a:ext uri="{FF2B5EF4-FFF2-40B4-BE49-F238E27FC236}">
                <a16:creationId xmlns:a16="http://schemas.microsoft.com/office/drawing/2014/main" id="{4464F3CC-EDC3-F29E-D1C0-04FAC5525AB9}"/>
              </a:ext>
            </a:extLst>
          </p:cNvPr>
          <p:cNvSpPr/>
          <p:nvPr/>
        </p:nvSpPr>
        <p:spPr>
          <a:xfrm>
            <a:off x="9628346" y="2258247"/>
            <a:ext cx="1588294" cy="48467"/>
          </a:xfrm>
          <a:custGeom>
            <a:avLst/>
            <a:gdLst/>
            <a:ahLst/>
            <a:cxnLst/>
            <a:rect l="0" t="0" r="0" b="0"/>
            <a:pathLst>
              <a:path w="1588294" h="48467">
                <a:moveTo>
                  <a:pt x="0" y="19429"/>
                </a:moveTo>
                <a:lnTo>
                  <a:pt x="37817" y="29858"/>
                </a:lnTo>
                <a:lnTo>
                  <a:pt x="75633" y="22071"/>
                </a:lnTo>
                <a:lnTo>
                  <a:pt x="113450" y="12680"/>
                </a:lnTo>
                <a:lnTo>
                  <a:pt x="151266" y="47057"/>
                </a:lnTo>
                <a:lnTo>
                  <a:pt x="189083" y="27659"/>
                </a:lnTo>
                <a:lnTo>
                  <a:pt x="226899" y="46696"/>
                </a:lnTo>
                <a:lnTo>
                  <a:pt x="264716" y="17275"/>
                </a:lnTo>
                <a:lnTo>
                  <a:pt x="302532" y="5046"/>
                </a:lnTo>
                <a:lnTo>
                  <a:pt x="340349" y="17984"/>
                </a:lnTo>
                <a:lnTo>
                  <a:pt x="378165" y="1882"/>
                </a:lnTo>
                <a:lnTo>
                  <a:pt x="415982" y="33315"/>
                </a:lnTo>
                <a:lnTo>
                  <a:pt x="453798" y="3651"/>
                </a:lnTo>
                <a:lnTo>
                  <a:pt x="491615" y="6536"/>
                </a:lnTo>
                <a:lnTo>
                  <a:pt x="529431" y="5743"/>
                </a:lnTo>
                <a:lnTo>
                  <a:pt x="567248" y="2474"/>
                </a:lnTo>
                <a:lnTo>
                  <a:pt x="605064" y="42965"/>
                </a:lnTo>
                <a:lnTo>
                  <a:pt x="642881" y="23266"/>
                </a:lnTo>
                <a:lnTo>
                  <a:pt x="680697" y="41130"/>
                </a:lnTo>
                <a:lnTo>
                  <a:pt x="718514" y="20546"/>
                </a:lnTo>
                <a:lnTo>
                  <a:pt x="756330" y="17248"/>
                </a:lnTo>
                <a:lnTo>
                  <a:pt x="794147" y="41050"/>
                </a:lnTo>
                <a:lnTo>
                  <a:pt x="831963" y="22860"/>
                </a:lnTo>
                <a:lnTo>
                  <a:pt x="869780" y="45185"/>
                </a:lnTo>
                <a:lnTo>
                  <a:pt x="907596" y="7863"/>
                </a:lnTo>
                <a:lnTo>
                  <a:pt x="945413" y="5074"/>
                </a:lnTo>
                <a:lnTo>
                  <a:pt x="983229" y="7564"/>
                </a:lnTo>
                <a:lnTo>
                  <a:pt x="1021046" y="0"/>
                </a:lnTo>
                <a:lnTo>
                  <a:pt x="1058862" y="33250"/>
                </a:lnTo>
                <a:lnTo>
                  <a:pt x="1096679" y="3971"/>
                </a:lnTo>
                <a:lnTo>
                  <a:pt x="1134496" y="17148"/>
                </a:lnTo>
                <a:lnTo>
                  <a:pt x="1172312" y="5860"/>
                </a:lnTo>
                <a:lnTo>
                  <a:pt x="1210129" y="11542"/>
                </a:lnTo>
                <a:lnTo>
                  <a:pt x="1247945" y="45295"/>
                </a:lnTo>
                <a:lnTo>
                  <a:pt x="1285762" y="27303"/>
                </a:lnTo>
                <a:lnTo>
                  <a:pt x="1323578" y="48467"/>
                </a:lnTo>
                <a:lnTo>
                  <a:pt x="1361395" y="16541"/>
                </a:lnTo>
                <a:lnTo>
                  <a:pt x="1399211" y="19634"/>
                </a:lnTo>
                <a:lnTo>
                  <a:pt x="1437028" y="30726"/>
                </a:lnTo>
                <a:lnTo>
                  <a:pt x="1474844" y="18078"/>
                </a:lnTo>
                <a:lnTo>
                  <a:pt x="1512661" y="40802"/>
                </a:lnTo>
                <a:lnTo>
                  <a:pt x="1550477" y="336"/>
                </a:lnTo>
                <a:lnTo>
                  <a:pt x="1588294" y="6768"/>
                </a:lnTo>
              </a:path>
            </a:pathLst>
          </a:custGeom>
          <a:noFill/>
          <a:ln w="12049">
            <a:solidFill>
              <a:srgbClr val="1260FA"/>
            </a:solidFill>
          </a:ln>
        </p:spPr>
      </p:sp>
      <p:sp>
        <p:nvSpPr>
          <p:cNvPr id="352" name="Editable Curve 58">
            <a:extLst>
              <a:ext uri="{FF2B5EF4-FFF2-40B4-BE49-F238E27FC236}">
                <a16:creationId xmlns:a16="http://schemas.microsoft.com/office/drawing/2014/main" id="{B828CC00-A836-3FB0-5471-239743CC63F7}"/>
              </a:ext>
            </a:extLst>
          </p:cNvPr>
          <p:cNvSpPr/>
          <p:nvPr/>
        </p:nvSpPr>
        <p:spPr>
          <a:xfrm>
            <a:off x="9584531" y="2355056"/>
            <a:ext cx="1686878" cy="110"/>
          </a:xfrm>
          <a:custGeom>
            <a:avLst/>
            <a:gdLst/>
            <a:ahLst/>
            <a:cxnLst/>
            <a:rect l="0" t="0" r="0" b="0"/>
            <a:pathLst>
              <a:path w="1686878" h="110">
                <a:moveTo>
                  <a:pt x="0" y="0"/>
                </a:moveTo>
                <a:lnTo>
                  <a:pt x="1686878" y="0"/>
                </a:lnTo>
              </a:path>
            </a:pathLst>
          </a:custGeom>
          <a:noFill/>
          <a:ln w="12700">
            <a:solidFill>
              <a:srgbClr val="001869"/>
            </a:solidFill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6" name="Editable Curve 59">
            <a:extLst>
              <a:ext uri="{FF2B5EF4-FFF2-40B4-BE49-F238E27FC236}">
                <a16:creationId xmlns:a16="http://schemas.microsoft.com/office/drawing/2014/main" id="{D63A60FA-9F40-D19C-1DAB-55572114FB67}"/>
              </a:ext>
            </a:extLst>
          </p:cNvPr>
          <p:cNvSpPr/>
          <p:nvPr/>
        </p:nvSpPr>
        <p:spPr>
          <a:xfrm>
            <a:off x="9584531" y="1938814"/>
            <a:ext cx="110" cy="416242"/>
          </a:xfrm>
          <a:custGeom>
            <a:avLst/>
            <a:gdLst/>
            <a:ahLst/>
            <a:cxnLst/>
            <a:rect l="0" t="0" r="0" b="0"/>
            <a:pathLst>
              <a:path w="110" h="416242">
                <a:moveTo>
                  <a:pt x="0" y="41624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1869"/>
            </a:solidFill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" name="Editable Curve 60">
            <a:extLst>
              <a:ext uri="{FF2B5EF4-FFF2-40B4-BE49-F238E27FC236}">
                <a16:creationId xmlns:a16="http://schemas.microsoft.com/office/drawing/2014/main" id="{14B5DD53-6F77-A701-FC9D-FBA9C55A941E}"/>
              </a:ext>
            </a:extLst>
          </p:cNvPr>
          <p:cNvSpPr/>
          <p:nvPr/>
        </p:nvSpPr>
        <p:spPr>
          <a:xfrm>
            <a:off x="9628346" y="2556709"/>
            <a:ext cx="1588294" cy="52765"/>
          </a:xfrm>
          <a:custGeom>
            <a:avLst/>
            <a:gdLst/>
            <a:ahLst/>
            <a:cxnLst/>
            <a:rect l="0" t="0" r="0" b="0"/>
            <a:pathLst>
              <a:path w="1588294" h="52765">
                <a:moveTo>
                  <a:pt x="0" y="50498"/>
                </a:moveTo>
                <a:lnTo>
                  <a:pt x="37817" y="43724"/>
                </a:lnTo>
                <a:lnTo>
                  <a:pt x="75633" y="48184"/>
                </a:lnTo>
                <a:lnTo>
                  <a:pt x="113450" y="44366"/>
                </a:lnTo>
                <a:lnTo>
                  <a:pt x="151266" y="11286"/>
                </a:lnTo>
                <a:lnTo>
                  <a:pt x="189083" y="36435"/>
                </a:lnTo>
                <a:lnTo>
                  <a:pt x="226899" y="17162"/>
                </a:lnTo>
                <a:lnTo>
                  <a:pt x="264716" y="37682"/>
                </a:lnTo>
                <a:lnTo>
                  <a:pt x="302532" y="25869"/>
                </a:lnTo>
                <a:lnTo>
                  <a:pt x="340349" y="2799"/>
                </a:lnTo>
                <a:lnTo>
                  <a:pt x="378165" y="18834"/>
                </a:lnTo>
                <a:lnTo>
                  <a:pt x="415982" y="0"/>
                </a:lnTo>
                <a:lnTo>
                  <a:pt x="453798" y="40451"/>
                </a:lnTo>
                <a:lnTo>
                  <a:pt x="491615" y="33101"/>
                </a:lnTo>
                <a:lnTo>
                  <a:pt x="529431" y="33241"/>
                </a:lnTo>
                <a:lnTo>
                  <a:pt x="567248" y="37506"/>
                </a:lnTo>
                <a:lnTo>
                  <a:pt x="605064" y="15425"/>
                </a:lnTo>
                <a:lnTo>
                  <a:pt x="642881" y="52765"/>
                </a:lnTo>
                <a:lnTo>
                  <a:pt x="680697" y="38014"/>
                </a:lnTo>
                <a:lnTo>
                  <a:pt x="718514" y="51579"/>
                </a:lnTo>
                <a:lnTo>
                  <a:pt x="756330" y="36181"/>
                </a:lnTo>
                <a:lnTo>
                  <a:pt x="794147" y="9234"/>
                </a:lnTo>
                <a:lnTo>
                  <a:pt x="831963" y="28635"/>
                </a:lnTo>
                <a:lnTo>
                  <a:pt x="869780" y="7932"/>
                </a:lnTo>
                <a:lnTo>
                  <a:pt x="907596" y="38018"/>
                </a:lnTo>
                <a:lnTo>
                  <a:pt x="945413" y="20128"/>
                </a:lnTo>
                <a:lnTo>
                  <a:pt x="983229" y="10145"/>
                </a:lnTo>
                <a:lnTo>
                  <a:pt x="1021046" y="19115"/>
                </a:lnTo>
                <a:lnTo>
                  <a:pt x="1058862" y="3920"/>
                </a:lnTo>
                <a:lnTo>
                  <a:pt x="1096679" y="47569"/>
                </a:lnTo>
                <a:lnTo>
                  <a:pt x="1134496" y="34716"/>
                </a:lnTo>
                <a:lnTo>
                  <a:pt x="1172312" y="45424"/>
                </a:lnTo>
                <a:lnTo>
                  <a:pt x="1210129" y="37409"/>
                </a:lnTo>
                <a:lnTo>
                  <a:pt x="1247945" y="19047"/>
                </a:lnTo>
                <a:lnTo>
                  <a:pt x="1285762" y="49843"/>
                </a:lnTo>
                <a:lnTo>
                  <a:pt x="1323578" y="30724"/>
                </a:lnTo>
                <a:lnTo>
                  <a:pt x="1361395" y="51765"/>
                </a:lnTo>
                <a:lnTo>
                  <a:pt x="1399211" y="26263"/>
                </a:lnTo>
                <a:lnTo>
                  <a:pt x="1437028" y="8742"/>
                </a:lnTo>
                <a:lnTo>
                  <a:pt x="1474844" y="20178"/>
                </a:lnTo>
                <a:lnTo>
                  <a:pt x="1512661" y="2923"/>
                </a:lnTo>
                <a:lnTo>
                  <a:pt x="1550477" y="39509"/>
                </a:lnTo>
                <a:lnTo>
                  <a:pt x="1588294" y="17948"/>
                </a:lnTo>
              </a:path>
            </a:pathLst>
          </a:custGeom>
          <a:noFill/>
          <a:ln w="12049">
            <a:solidFill>
              <a:srgbClr val="1260FA"/>
            </a:solidFill>
          </a:ln>
        </p:spPr>
      </p:sp>
      <p:sp>
        <p:nvSpPr>
          <p:cNvPr id="360" name="Editable Curve 61">
            <a:extLst>
              <a:ext uri="{FF2B5EF4-FFF2-40B4-BE49-F238E27FC236}">
                <a16:creationId xmlns:a16="http://schemas.microsoft.com/office/drawing/2014/main" id="{A59B445A-9F03-AC30-C247-2DE5A4261909}"/>
              </a:ext>
            </a:extLst>
          </p:cNvPr>
          <p:cNvSpPr/>
          <p:nvPr/>
        </p:nvSpPr>
        <p:spPr>
          <a:xfrm>
            <a:off x="9628346" y="2687598"/>
            <a:ext cx="1588294" cy="53320"/>
          </a:xfrm>
          <a:custGeom>
            <a:avLst/>
            <a:gdLst/>
            <a:ahLst/>
            <a:cxnLst/>
            <a:rect l="0" t="0" r="0" b="0"/>
            <a:pathLst>
              <a:path w="1588294" h="53320">
                <a:moveTo>
                  <a:pt x="0" y="50402"/>
                </a:moveTo>
                <a:lnTo>
                  <a:pt x="37817" y="41529"/>
                </a:lnTo>
                <a:lnTo>
                  <a:pt x="75633" y="53320"/>
                </a:lnTo>
                <a:lnTo>
                  <a:pt x="113450" y="14592"/>
                </a:lnTo>
                <a:lnTo>
                  <a:pt x="151266" y="37517"/>
                </a:lnTo>
                <a:lnTo>
                  <a:pt x="189083" y="28253"/>
                </a:lnTo>
                <a:lnTo>
                  <a:pt x="226899" y="33854"/>
                </a:lnTo>
                <a:lnTo>
                  <a:pt x="264716" y="38226"/>
                </a:lnTo>
                <a:lnTo>
                  <a:pt x="302532" y="862"/>
                </a:lnTo>
                <a:lnTo>
                  <a:pt x="340349" y="19798"/>
                </a:lnTo>
                <a:lnTo>
                  <a:pt x="378165" y="977"/>
                </a:lnTo>
                <a:lnTo>
                  <a:pt x="415982" y="29318"/>
                </a:lnTo>
                <a:lnTo>
                  <a:pt x="453798" y="37674"/>
                </a:lnTo>
                <a:lnTo>
                  <a:pt x="491615" y="22435"/>
                </a:lnTo>
                <a:lnTo>
                  <a:pt x="529431" y="39336"/>
                </a:lnTo>
                <a:lnTo>
                  <a:pt x="567248" y="12391"/>
                </a:lnTo>
                <a:lnTo>
                  <a:pt x="605064" y="47034"/>
                </a:lnTo>
                <a:lnTo>
                  <a:pt x="642881" y="45847"/>
                </a:lnTo>
                <a:lnTo>
                  <a:pt x="680697" y="46566"/>
                </a:lnTo>
                <a:lnTo>
                  <a:pt x="718514" y="49169"/>
                </a:lnTo>
                <a:lnTo>
                  <a:pt x="756330" y="10725"/>
                </a:lnTo>
                <a:lnTo>
                  <a:pt x="794147" y="33272"/>
                </a:lnTo>
                <a:lnTo>
                  <a:pt x="831963" y="15778"/>
                </a:lnTo>
                <a:lnTo>
                  <a:pt x="869780" y="33418"/>
                </a:lnTo>
                <a:lnTo>
                  <a:pt x="907596" y="30890"/>
                </a:lnTo>
                <a:lnTo>
                  <a:pt x="945413" y="3564"/>
                </a:lnTo>
                <a:lnTo>
                  <a:pt x="983229" y="21085"/>
                </a:lnTo>
                <a:lnTo>
                  <a:pt x="1021046" y="0"/>
                </a:lnTo>
                <a:lnTo>
                  <a:pt x="1058862" y="37683"/>
                </a:lnTo>
                <a:lnTo>
                  <a:pt x="1096679" y="38215"/>
                </a:lnTo>
                <a:lnTo>
                  <a:pt x="1134496" y="34571"/>
                </a:lnTo>
                <a:lnTo>
                  <a:pt x="1172312" y="43419"/>
                </a:lnTo>
                <a:lnTo>
                  <a:pt x="1210129" y="15248"/>
                </a:lnTo>
                <a:lnTo>
                  <a:pt x="1247945" y="49756"/>
                </a:lnTo>
                <a:lnTo>
                  <a:pt x="1285762" y="38466"/>
                </a:lnTo>
                <a:lnTo>
                  <a:pt x="1323578" y="48995"/>
                </a:lnTo>
                <a:lnTo>
                  <a:pt x="1361395" y="41140"/>
                </a:lnTo>
                <a:lnTo>
                  <a:pt x="1399211" y="7821"/>
                </a:lnTo>
                <a:lnTo>
                  <a:pt x="1437028" y="27153"/>
                </a:lnTo>
                <a:lnTo>
                  <a:pt x="1474844" y="5850"/>
                </a:lnTo>
                <a:lnTo>
                  <a:pt x="1512661" y="34550"/>
                </a:lnTo>
                <a:lnTo>
                  <a:pt x="1550477" y="25589"/>
                </a:lnTo>
                <a:lnTo>
                  <a:pt x="1588294" y="11084"/>
                </a:lnTo>
              </a:path>
            </a:pathLst>
          </a:custGeom>
          <a:noFill/>
          <a:ln w="12049">
            <a:solidFill>
              <a:srgbClr val="1260FA"/>
            </a:solidFill>
          </a:ln>
        </p:spPr>
      </p:sp>
      <p:sp>
        <p:nvSpPr>
          <p:cNvPr id="362" name="Editable Curve 62">
            <a:extLst>
              <a:ext uri="{FF2B5EF4-FFF2-40B4-BE49-F238E27FC236}">
                <a16:creationId xmlns:a16="http://schemas.microsoft.com/office/drawing/2014/main" id="{110C4C53-70DC-2706-AA86-5CB08CE7C759}"/>
              </a:ext>
            </a:extLst>
          </p:cNvPr>
          <p:cNvSpPr/>
          <p:nvPr/>
        </p:nvSpPr>
        <p:spPr>
          <a:xfrm>
            <a:off x="9628346" y="2820760"/>
            <a:ext cx="1588294" cy="54738"/>
          </a:xfrm>
          <a:custGeom>
            <a:avLst/>
            <a:gdLst/>
            <a:ahLst/>
            <a:cxnLst/>
            <a:rect l="0" t="0" r="0" b="0"/>
            <a:pathLst>
              <a:path w="1588294" h="54738">
                <a:moveTo>
                  <a:pt x="0" y="33817"/>
                </a:moveTo>
                <a:lnTo>
                  <a:pt x="37817" y="53366"/>
                </a:lnTo>
                <a:lnTo>
                  <a:pt x="75633" y="19232"/>
                </a:lnTo>
                <a:lnTo>
                  <a:pt x="113450" y="31502"/>
                </a:lnTo>
                <a:lnTo>
                  <a:pt x="151266" y="38494"/>
                </a:lnTo>
                <a:lnTo>
                  <a:pt x="189083" y="29099"/>
                </a:lnTo>
                <a:lnTo>
                  <a:pt x="226899" y="46023"/>
                </a:lnTo>
                <a:lnTo>
                  <a:pt x="264716" y="3219"/>
                </a:lnTo>
                <a:lnTo>
                  <a:pt x="302532" y="15492"/>
                </a:lnTo>
                <a:lnTo>
                  <a:pt x="340349" y="5335"/>
                </a:lnTo>
                <a:lnTo>
                  <a:pt x="378165" y="15847"/>
                </a:lnTo>
                <a:lnTo>
                  <a:pt x="415982" y="39545"/>
                </a:lnTo>
                <a:lnTo>
                  <a:pt x="453798" y="13031"/>
                </a:lnTo>
                <a:lnTo>
                  <a:pt x="491615" y="33432"/>
                </a:lnTo>
                <a:lnTo>
                  <a:pt x="529431" y="10884"/>
                </a:lnTo>
                <a:lnTo>
                  <a:pt x="567248" y="33748"/>
                </a:lnTo>
                <a:lnTo>
                  <a:pt x="605064" y="50665"/>
                </a:lnTo>
                <a:lnTo>
                  <a:pt x="642881" y="38822"/>
                </a:lnTo>
                <a:lnTo>
                  <a:pt x="680697" y="54738"/>
                </a:lnTo>
                <a:lnTo>
                  <a:pt x="718514" y="14245"/>
                </a:lnTo>
                <a:lnTo>
                  <a:pt x="756330" y="30806"/>
                </a:lnTo>
                <a:lnTo>
                  <a:pt x="794147" y="25457"/>
                </a:lnTo>
                <a:lnTo>
                  <a:pt x="831963" y="26771"/>
                </a:lnTo>
                <a:lnTo>
                  <a:pt x="869780" y="39379"/>
                </a:lnTo>
                <a:lnTo>
                  <a:pt x="907596" y="541"/>
                </a:lnTo>
                <a:lnTo>
                  <a:pt x="945413" y="17600"/>
                </a:lnTo>
                <a:lnTo>
                  <a:pt x="983229" y="0"/>
                </a:lnTo>
                <a:lnTo>
                  <a:pt x="1021046" y="22940"/>
                </a:lnTo>
                <a:lnTo>
                  <a:pt x="1058862" y="40032"/>
                </a:lnTo>
                <a:lnTo>
                  <a:pt x="1096679" y="22490"/>
                </a:lnTo>
                <a:lnTo>
                  <a:pt x="1134496" y="41748"/>
                </a:lnTo>
                <a:lnTo>
                  <a:pt x="1172312" y="12564"/>
                </a:lnTo>
                <a:lnTo>
                  <a:pt x="1210129" y="40827"/>
                </a:lnTo>
                <a:lnTo>
                  <a:pt x="1247945" y="45188"/>
                </a:lnTo>
                <a:lnTo>
                  <a:pt x="1285762" y="42081"/>
                </a:lnTo>
                <a:lnTo>
                  <a:pt x="1323578" y="51006"/>
                </a:lnTo>
                <a:lnTo>
                  <a:pt x="1361395" y="9083"/>
                </a:lnTo>
                <a:lnTo>
                  <a:pt x="1399211" y="27754"/>
                </a:lnTo>
                <a:lnTo>
                  <a:pt x="1437028" y="12601"/>
                </a:lnTo>
                <a:lnTo>
                  <a:pt x="1474844" y="26228"/>
                </a:lnTo>
                <a:lnTo>
                  <a:pt x="1512661" y="33035"/>
                </a:lnTo>
                <a:lnTo>
                  <a:pt x="1550477" y="2905"/>
                </a:lnTo>
                <a:lnTo>
                  <a:pt x="1588294" y="21189"/>
                </a:lnTo>
              </a:path>
            </a:pathLst>
          </a:custGeom>
          <a:noFill/>
          <a:ln w="12049">
            <a:solidFill>
              <a:srgbClr val="1260FA"/>
            </a:solidFill>
          </a:ln>
        </p:spPr>
      </p:sp>
      <p:sp>
        <p:nvSpPr>
          <p:cNvPr id="364" name="Editable Curve 63">
            <a:extLst>
              <a:ext uri="{FF2B5EF4-FFF2-40B4-BE49-F238E27FC236}">
                <a16:creationId xmlns:a16="http://schemas.microsoft.com/office/drawing/2014/main" id="{40612C6C-28D9-993A-0E32-A6BDF535D1B4}"/>
              </a:ext>
            </a:extLst>
          </p:cNvPr>
          <p:cNvSpPr/>
          <p:nvPr/>
        </p:nvSpPr>
        <p:spPr>
          <a:xfrm>
            <a:off x="9584531" y="2924651"/>
            <a:ext cx="1686878" cy="110"/>
          </a:xfrm>
          <a:custGeom>
            <a:avLst/>
            <a:gdLst/>
            <a:ahLst/>
            <a:cxnLst/>
            <a:rect l="0" t="0" r="0" b="0"/>
            <a:pathLst>
              <a:path w="1686878" h="110">
                <a:moveTo>
                  <a:pt x="0" y="0"/>
                </a:moveTo>
                <a:lnTo>
                  <a:pt x="1686878" y="0"/>
                </a:lnTo>
              </a:path>
            </a:pathLst>
          </a:custGeom>
          <a:noFill/>
          <a:ln w="12700">
            <a:solidFill>
              <a:srgbClr val="001869"/>
            </a:solidFill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6" name="Editable Curve 64">
            <a:extLst>
              <a:ext uri="{FF2B5EF4-FFF2-40B4-BE49-F238E27FC236}">
                <a16:creationId xmlns:a16="http://schemas.microsoft.com/office/drawing/2014/main" id="{70689429-3310-C094-1C2E-C1F04E5EAC7A}"/>
              </a:ext>
            </a:extLst>
          </p:cNvPr>
          <p:cNvSpPr/>
          <p:nvPr/>
        </p:nvSpPr>
        <p:spPr>
          <a:xfrm>
            <a:off x="9584531" y="2508409"/>
            <a:ext cx="110" cy="416242"/>
          </a:xfrm>
          <a:custGeom>
            <a:avLst/>
            <a:gdLst/>
            <a:ahLst/>
            <a:cxnLst/>
            <a:rect l="0" t="0" r="0" b="0"/>
            <a:pathLst>
              <a:path w="110" h="416242">
                <a:moveTo>
                  <a:pt x="0" y="41624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1869"/>
            </a:solidFill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8" name="Editable Curve 65">
            <a:extLst>
              <a:ext uri="{FF2B5EF4-FFF2-40B4-BE49-F238E27FC236}">
                <a16:creationId xmlns:a16="http://schemas.microsoft.com/office/drawing/2014/main" id="{BFCA6280-74C2-D783-9FC3-C86466A852FE}"/>
              </a:ext>
            </a:extLst>
          </p:cNvPr>
          <p:cNvSpPr/>
          <p:nvPr/>
        </p:nvSpPr>
        <p:spPr>
          <a:xfrm>
            <a:off x="9628346" y="3131792"/>
            <a:ext cx="1588294" cy="52815"/>
          </a:xfrm>
          <a:custGeom>
            <a:avLst/>
            <a:gdLst/>
            <a:ahLst/>
            <a:cxnLst/>
            <a:rect l="0" t="0" r="0" b="0"/>
            <a:pathLst>
              <a:path w="1588294" h="52815">
                <a:moveTo>
                  <a:pt x="0" y="46792"/>
                </a:moveTo>
                <a:lnTo>
                  <a:pt x="37817" y="26774"/>
                </a:lnTo>
                <a:lnTo>
                  <a:pt x="75633" y="47303"/>
                </a:lnTo>
                <a:lnTo>
                  <a:pt x="113450" y="14844"/>
                </a:lnTo>
                <a:lnTo>
                  <a:pt x="151266" y="5240"/>
                </a:lnTo>
                <a:lnTo>
                  <a:pt x="189083" y="14627"/>
                </a:lnTo>
                <a:lnTo>
                  <a:pt x="226899" y="1643"/>
                </a:lnTo>
                <a:lnTo>
                  <a:pt x="264716" y="35788"/>
                </a:lnTo>
                <a:lnTo>
                  <a:pt x="302532" y="7641"/>
                </a:lnTo>
                <a:lnTo>
                  <a:pt x="340349" y="15166"/>
                </a:lnTo>
                <a:lnTo>
                  <a:pt x="378165" y="10930"/>
                </a:lnTo>
                <a:lnTo>
                  <a:pt x="415982" y="10123"/>
                </a:lnTo>
                <a:lnTo>
                  <a:pt x="453798" y="48815"/>
                </a:lnTo>
                <a:lnTo>
                  <a:pt x="491615" y="29463"/>
                </a:lnTo>
                <a:lnTo>
                  <a:pt x="529431" y="48519"/>
                </a:lnTo>
                <a:lnTo>
                  <a:pt x="567248" y="22672"/>
                </a:lnTo>
                <a:lnTo>
                  <a:pt x="605064" y="19616"/>
                </a:lnTo>
                <a:lnTo>
                  <a:pt x="642881" y="38033"/>
                </a:lnTo>
                <a:lnTo>
                  <a:pt x="680697" y="20945"/>
                </a:lnTo>
                <a:lnTo>
                  <a:pt x="718514" y="44343"/>
                </a:lnTo>
                <a:lnTo>
                  <a:pt x="756330" y="6098"/>
                </a:lnTo>
                <a:lnTo>
                  <a:pt x="794147" y="6661"/>
                </a:lnTo>
                <a:lnTo>
                  <a:pt x="831963" y="5946"/>
                </a:lnTo>
                <a:lnTo>
                  <a:pt x="869780" y="2683"/>
                </a:lnTo>
                <a:lnTo>
                  <a:pt x="907596" y="37272"/>
                </a:lnTo>
                <a:lnTo>
                  <a:pt x="945413" y="10534"/>
                </a:lnTo>
                <a:lnTo>
                  <a:pt x="983229" y="26977"/>
                </a:lnTo>
                <a:lnTo>
                  <a:pt x="1021046" y="11756"/>
                </a:lnTo>
                <a:lnTo>
                  <a:pt x="1058862" y="19227"/>
                </a:lnTo>
                <a:lnTo>
                  <a:pt x="1096679" y="49079"/>
                </a:lnTo>
                <a:lnTo>
                  <a:pt x="1134496" y="31965"/>
                </a:lnTo>
                <a:lnTo>
                  <a:pt x="1172312" y="52815"/>
                </a:lnTo>
                <a:lnTo>
                  <a:pt x="1210129" y="16691"/>
                </a:lnTo>
                <a:lnTo>
                  <a:pt x="1247945" y="20228"/>
                </a:lnTo>
                <a:lnTo>
                  <a:pt x="1285762" y="26020"/>
                </a:lnTo>
                <a:lnTo>
                  <a:pt x="1323578" y="16233"/>
                </a:lnTo>
                <a:lnTo>
                  <a:pt x="1361395" y="39671"/>
                </a:lnTo>
                <a:lnTo>
                  <a:pt x="1399211" y="574"/>
                </a:lnTo>
                <a:lnTo>
                  <a:pt x="1437028" y="10372"/>
                </a:lnTo>
                <a:lnTo>
                  <a:pt x="1474844" y="0"/>
                </a:lnTo>
                <a:lnTo>
                  <a:pt x="1512661" y="8289"/>
                </a:lnTo>
                <a:lnTo>
                  <a:pt x="1550477" y="39072"/>
                </a:lnTo>
                <a:lnTo>
                  <a:pt x="1588294" y="16965"/>
                </a:lnTo>
              </a:path>
            </a:pathLst>
          </a:custGeom>
          <a:noFill/>
          <a:ln w="12049">
            <a:solidFill>
              <a:srgbClr val="1260FA"/>
            </a:solidFill>
          </a:ln>
        </p:spPr>
      </p:sp>
      <p:sp>
        <p:nvSpPr>
          <p:cNvPr id="370" name="Editable Curve 66">
            <a:extLst>
              <a:ext uri="{FF2B5EF4-FFF2-40B4-BE49-F238E27FC236}">
                <a16:creationId xmlns:a16="http://schemas.microsoft.com/office/drawing/2014/main" id="{5C6F323D-2121-F1C9-542D-EFC84E8271B3}"/>
              </a:ext>
            </a:extLst>
          </p:cNvPr>
          <p:cNvSpPr/>
          <p:nvPr/>
        </p:nvSpPr>
        <p:spPr>
          <a:xfrm>
            <a:off x="9628346" y="3260988"/>
            <a:ext cx="1588294" cy="51191"/>
          </a:xfrm>
          <a:custGeom>
            <a:avLst/>
            <a:gdLst/>
            <a:ahLst/>
            <a:cxnLst/>
            <a:rect l="0" t="0" r="0" b="0"/>
            <a:pathLst>
              <a:path w="1588294" h="51191">
                <a:moveTo>
                  <a:pt x="0" y="34681"/>
                </a:moveTo>
                <a:lnTo>
                  <a:pt x="37817" y="47394"/>
                </a:lnTo>
                <a:lnTo>
                  <a:pt x="75633" y="31431"/>
                </a:lnTo>
                <a:lnTo>
                  <a:pt x="113450" y="4782"/>
                </a:lnTo>
                <a:lnTo>
                  <a:pt x="151266" y="24804"/>
                </a:lnTo>
                <a:lnTo>
                  <a:pt x="189083" y="4534"/>
                </a:lnTo>
                <a:lnTo>
                  <a:pt x="226899" y="34603"/>
                </a:lnTo>
                <a:lnTo>
                  <a:pt x="264716" y="16504"/>
                </a:lnTo>
                <a:lnTo>
                  <a:pt x="302532" y="6858"/>
                </a:lnTo>
                <a:lnTo>
                  <a:pt x="340349" y="16540"/>
                </a:lnTo>
                <a:lnTo>
                  <a:pt x="378165" y="2097"/>
                </a:lnTo>
                <a:lnTo>
                  <a:pt x="415982" y="45819"/>
                </a:lnTo>
                <a:lnTo>
                  <a:pt x="453798" y="32327"/>
                </a:lnTo>
                <a:lnTo>
                  <a:pt x="491615" y="42364"/>
                </a:lnTo>
                <a:lnTo>
                  <a:pt x="529431" y="34002"/>
                </a:lnTo>
                <a:lnTo>
                  <a:pt x="567248" y="15832"/>
                </a:lnTo>
                <a:lnTo>
                  <a:pt x="605064" y="46638"/>
                </a:lnTo>
                <a:lnTo>
                  <a:pt x="642881" y="27055"/>
                </a:lnTo>
                <a:lnTo>
                  <a:pt x="680697" y="47390"/>
                </a:lnTo>
                <a:lnTo>
                  <a:pt x="718514" y="21452"/>
                </a:lnTo>
                <a:lnTo>
                  <a:pt x="756330" y="4365"/>
                </a:lnTo>
                <a:lnTo>
                  <a:pt x="794147" y="16589"/>
                </a:lnTo>
                <a:lnTo>
                  <a:pt x="831963" y="0"/>
                </a:lnTo>
                <a:lnTo>
                  <a:pt x="869780" y="36673"/>
                </a:lnTo>
                <a:lnTo>
                  <a:pt x="907596" y="14880"/>
                </a:lnTo>
                <a:lnTo>
                  <a:pt x="945413" y="18088"/>
                </a:lnTo>
                <a:lnTo>
                  <a:pt x="983229" y="17908"/>
                </a:lnTo>
                <a:lnTo>
                  <a:pt x="1021046" y="9326"/>
                </a:lnTo>
                <a:lnTo>
                  <a:pt x="1058862" y="50543"/>
                </a:lnTo>
                <a:lnTo>
                  <a:pt x="1096679" y="33568"/>
                </a:lnTo>
                <a:lnTo>
                  <a:pt x="1134496" y="51191"/>
                </a:lnTo>
                <a:lnTo>
                  <a:pt x="1172312" y="29881"/>
                </a:lnTo>
                <a:lnTo>
                  <a:pt x="1210129" y="17551"/>
                </a:lnTo>
                <a:lnTo>
                  <a:pt x="1247945" y="38488"/>
                </a:lnTo>
                <a:lnTo>
                  <a:pt x="1285762" y="19393"/>
                </a:lnTo>
                <a:lnTo>
                  <a:pt x="1323578" y="45072"/>
                </a:lnTo>
                <a:lnTo>
                  <a:pt x="1361395" y="12385"/>
                </a:lnTo>
                <a:lnTo>
                  <a:pt x="1399211" y="6596"/>
                </a:lnTo>
                <a:lnTo>
                  <a:pt x="1437028" y="9576"/>
                </a:lnTo>
                <a:lnTo>
                  <a:pt x="1474844" y="628"/>
                </a:lnTo>
                <a:lnTo>
                  <a:pt x="1512661" y="39645"/>
                </a:lnTo>
                <a:lnTo>
                  <a:pt x="1550477" y="16969"/>
                </a:lnTo>
                <a:lnTo>
                  <a:pt x="1588294" y="30785"/>
                </a:lnTo>
              </a:path>
            </a:pathLst>
          </a:custGeom>
          <a:noFill/>
          <a:ln w="12049">
            <a:solidFill>
              <a:srgbClr val="1260FA"/>
            </a:solidFill>
          </a:ln>
        </p:spPr>
      </p:sp>
      <p:sp>
        <p:nvSpPr>
          <p:cNvPr id="372" name="Editable Curve 67">
            <a:extLst>
              <a:ext uri="{FF2B5EF4-FFF2-40B4-BE49-F238E27FC236}">
                <a16:creationId xmlns:a16="http://schemas.microsoft.com/office/drawing/2014/main" id="{8E3E9718-1453-01E4-E912-668D8E97F90F}"/>
              </a:ext>
            </a:extLst>
          </p:cNvPr>
          <p:cNvSpPr/>
          <p:nvPr/>
        </p:nvSpPr>
        <p:spPr>
          <a:xfrm>
            <a:off x="9628346" y="3420990"/>
            <a:ext cx="1588294" cy="49466"/>
          </a:xfrm>
          <a:custGeom>
            <a:avLst/>
            <a:gdLst/>
            <a:ahLst/>
            <a:cxnLst/>
            <a:rect l="0" t="0" r="0" b="0"/>
            <a:pathLst>
              <a:path w="1588294" h="49466">
                <a:moveTo>
                  <a:pt x="0" y="45294"/>
                </a:moveTo>
                <a:lnTo>
                  <a:pt x="37817" y="47181"/>
                </a:lnTo>
                <a:lnTo>
                  <a:pt x="75633" y="8812"/>
                </a:lnTo>
                <a:lnTo>
                  <a:pt x="113450" y="31861"/>
                </a:lnTo>
                <a:lnTo>
                  <a:pt x="151266" y="14672"/>
                </a:lnTo>
                <a:lnTo>
                  <a:pt x="189083" y="32256"/>
                </a:lnTo>
                <a:lnTo>
                  <a:pt x="226899" y="29441"/>
                </a:lnTo>
                <a:lnTo>
                  <a:pt x="264716" y="2394"/>
                </a:lnTo>
                <a:lnTo>
                  <a:pt x="302532" y="20686"/>
                </a:lnTo>
                <a:lnTo>
                  <a:pt x="340349" y="456"/>
                </a:lnTo>
                <a:lnTo>
                  <a:pt x="378165" y="38456"/>
                </a:lnTo>
                <a:lnTo>
                  <a:pt x="415982" y="38512"/>
                </a:lnTo>
                <a:lnTo>
                  <a:pt x="453798" y="34317"/>
                </a:lnTo>
                <a:lnTo>
                  <a:pt x="491615" y="42875"/>
                </a:lnTo>
                <a:lnTo>
                  <a:pt x="529431" y="14890"/>
                </a:lnTo>
                <a:lnTo>
                  <a:pt x="567248" y="49466"/>
                </a:lnTo>
                <a:lnTo>
                  <a:pt x="605064" y="37656"/>
                </a:lnTo>
                <a:lnTo>
                  <a:pt x="642881" y="47392"/>
                </a:lnTo>
                <a:lnTo>
                  <a:pt x="680697" y="38898"/>
                </a:lnTo>
                <a:lnTo>
                  <a:pt x="718514" y="5789"/>
                </a:lnTo>
                <a:lnTo>
                  <a:pt x="756330" y="25797"/>
                </a:lnTo>
                <a:lnTo>
                  <a:pt x="794147" y="5076"/>
                </a:lnTo>
                <a:lnTo>
                  <a:pt x="831963" y="33910"/>
                </a:lnTo>
                <a:lnTo>
                  <a:pt x="869780" y="24716"/>
                </a:lnTo>
                <a:lnTo>
                  <a:pt x="907596" y="10398"/>
                </a:lnTo>
                <a:lnTo>
                  <a:pt x="945413" y="23342"/>
                </a:lnTo>
                <a:lnTo>
                  <a:pt x="983229" y="3991"/>
                </a:lnTo>
                <a:lnTo>
                  <a:pt x="1021046" y="46584"/>
                </a:lnTo>
                <a:lnTo>
                  <a:pt x="1058862" y="38933"/>
                </a:lnTo>
                <a:lnTo>
                  <a:pt x="1096679" y="45484"/>
                </a:lnTo>
                <a:lnTo>
                  <a:pt x="1134496" y="42567"/>
                </a:lnTo>
                <a:lnTo>
                  <a:pt x="1172312" y="16519"/>
                </a:lnTo>
                <a:lnTo>
                  <a:pt x="1210129" y="46666"/>
                </a:lnTo>
                <a:lnTo>
                  <a:pt x="1247945" y="28224"/>
                </a:lnTo>
                <a:lnTo>
                  <a:pt x="1285762" y="47185"/>
                </a:lnTo>
                <a:lnTo>
                  <a:pt x="1323578" y="28991"/>
                </a:lnTo>
                <a:lnTo>
                  <a:pt x="1361395" y="5235"/>
                </a:lnTo>
                <a:lnTo>
                  <a:pt x="1399211" y="19574"/>
                </a:lnTo>
                <a:lnTo>
                  <a:pt x="1437028" y="0"/>
                </a:lnTo>
                <a:lnTo>
                  <a:pt x="1474844" y="37276"/>
                </a:lnTo>
                <a:lnTo>
                  <a:pt x="1512661" y="22999"/>
                </a:lnTo>
                <a:lnTo>
                  <a:pt x="1550477" y="21995"/>
                </a:lnTo>
                <a:lnTo>
                  <a:pt x="1588294" y="26144"/>
                </a:lnTo>
              </a:path>
            </a:pathLst>
          </a:custGeom>
          <a:noFill/>
          <a:ln w="12049">
            <a:solidFill>
              <a:srgbClr val="1260F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4" name="Editable Curve 68">
            <a:extLst>
              <a:ext uri="{FF2B5EF4-FFF2-40B4-BE49-F238E27FC236}">
                <a16:creationId xmlns:a16="http://schemas.microsoft.com/office/drawing/2014/main" id="{C68A70A4-246E-2AF9-5F51-DD8436EEBE41}"/>
              </a:ext>
            </a:extLst>
          </p:cNvPr>
          <p:cNvSpPr/>
          <p:nvPr/>
        </p:nvSpPr>
        <p:spPr>
          <a:xfrm>
            <a:off x="9584531" y="3494246"/>
            <a:ext cx="1686878" cy="110"/>
          </a:xfrm>
          <a:custGeom>
            <a:avLst/>
            <a:gdLst/>
            <a:ahLst/>
            <a:cxnLst/>
            <a:rect l="0" t="0" r="0" b="0"/>
            <a:pathLst>
              <a:path w="1686878" h="110">
                <a:moveTo>
                  <a:pt x="0" y="0"/>
                </a:moveTo>
                <a:lnTo>
                  <a:pt x="1686878" y="0"/>
                </a:lnTo>
              </a:path>
            </a:pathLst>
          </a:custGeom>
          <a:noFill/>
          <a:ln w="12700">
            <a:solidFill>
              <a:srgbClr val="001869"/>
            </a:solidFill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6" name="Editable Curve 69">
            <a:extLst>
              <a:ext uri="{FF2B5EF4-FFF2-40B4-BE49-F238E27FC236}">
                <a16:creationId xmlns:a16="http://schemas.microsoft.com/office/drawing/2014/main" id="{C8F3A2F0-F24F-94A7-4436-51579FF1D713}"/>
              </a:ext>
            </a:extLst>
          </p:cNvPr>
          <p:cNvSpPr/>
          <p:nvPr/>
        </p:nvSpPr>
        <p:spPr>
          <a:xfrm>
            <a:off x="9584531" y="3078004"/>
            <a:ext cx="110" cy="416242"/>
          </a:xfrm>
          <a:custGeom>
            <a:avLst/>
            <a:gdLst/>
            <a:ahLst/>
            <a:cxnLst/>
            <a:rect l="0" t="0" r="0" b="0"/>
            <a:pathLst>
              <a:path w="110" h="416242">
                <a:moveTo>
                  <a:pt x="0" y="41624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1869"/>
            </a:solidFill>
            <a:tailEnd type="triangl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78" name="图片 377">
            <a:extLst>
              <a:ext uri="{FF2B5EF4-FFF2-40B4-BE49-F238E27FC236}">
                <a16:creationId xmlns:a16="http://schemas.microsoft.com/office/drawing/2014/main" id="{C89CBF1C-01B2-2AB8-927F-0FB8E39EE74B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6682878" y="1558263"/>
            <a:ext cx="944565" cy="944565"/>
          </a:xfrm>
          <a:prstGeom prst="rect">
            <a:avLst/>
          </a:prstGeom>
        </p:spPr>
      </p:pic>
      <p:pic>
        <p:nvPicPr>
          <p:cNvPr id="380" name="图片 379">
            <a:extLst>
              <a:ext uri="{FF2B5EF4-FFF2-40B4-BE49-F238E27FC236}">
                <a16:creationId xmlns:a16="http://schemas.microsoft.com/office/drawing/2014/main" id="{8F5DFC2D-BB2E-A5F1-BDAB-3676465F010D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036844" y="5791200"/>
            <a:ext cx="490162" cy="517302"/>
          </a:xfrm>
          <a:prstGeom prst="rect">
            <a:avLst/>
          </a:prstGeom>
        </p:spPr>
      </p:pic>
      <p:sp>
        <p:nvSpPr>
          <p:cNvPr id="382" name="右箭头 189">
            <a:extLst>
              <a:ext uri="{FF2B5EF4-FFF2-40B4-BE49-F238E27FC236}">
                <a16:creationId xmlns:a16="http://schemas.microsoft.com/office/drawing/2014/main" id="{914580C2-916B-2F30-1837-A1607E3E71B8}"/>
              </a:ext>
            </a:extLst>
          </p:cNvPr>
          <p:cNvSpPr/>
          <p:nvPr/>
        </p:nvSpPr>
        <p:spPr>
          <a:xfrm>
            <a:off x="3735339" y="2238296"/>
            <a:ext cx="274441" cy="3166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84" name="右箭头 189">
            <a:extLst>
              <a:ext uri="{FF2B5EF4-FFF2-40B4-BE49-F238E27FC236}">
                <a16:creationId xmlns:a16="http://schemas.microsoft.com/office/drawing/2014/main" id="{FB7EA6D9-9D77-486B-0289-28C4C3DCEEBF}"/>
              </a:ext>
            </a:extLst>
          </p:cNvPr>
          <p:cNvSpPr/>
          <p:nvPr/>
        </p:nvSpPr>
        <p:spPr>
          <a:xfrm>
            <a:off x="6029442" y="2278058"/>
            <a:ext cx="274441" cy="3166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86" name="右箭头 189">
            <a:extLst>
              <a:ext uri="{FF2B5EF4-FFF2-40B4-BE49-F238E27FC236}">
                <a16:creationId xmlns:a16="http://schemas.microsoft.com/office/drawing/2014/main" id="{992A2C50-75F1-BFF3-4256-6AF5101A3B33}"/>
              </a:ext>
            </a:extLst>
          </p:cNvPr>
          <p:cNvSpPr/>
          <p:nvPr/>
        </p:nvSpPr>
        <p:spPr>
          <a:xfrm>
            <a:off x="8773655" y="2292015"/>
            <a:ext cx="274441" cy="3166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88" name="右箭头 189">
            <a:extLst>
              <a:ext uri="{FF2B5EF4-FFF2-40B4-BE49-F238E27FC236}">
                <a16:creationId xmlns:a16="http://schemas.microsoft.com/office/drawing/2014/main" id="{6CE045F6-0427-543E-C78B-6AB0F291D6CD}"/>
              </a:ext>
            </a:extLst>
          </p:cNvPr>
          <p:cNvSpPr/>
          <p:nvPr/>
        </p:nvSpPr>
        <p:spPr>
          <a:xfrm>
            <a:off x="11423583" y="2338625"/>
            <a:ext cx="274441" cy="3166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90" name="右箭头 189">
            <a:extLst>
              <a:ext uri="{FF2B5EF4-FFF2-40B4-BE49-F238E27FC236}">
                <a16:creationId xmlns:a16="http://schemas.microsoft.com/office/drawing/2014/main" id="{4E6C479B-4B29-23A3-2A94-1767B313E23C}"/>
              </a:ext>
            </a:extLst>
          </p:cNvPr>
          <p:cNvSpPr/>
          <p:nvPr/>
        </p:nvSpPr>
        <p:spPr>
          <a:xfrm>
            <a:off x="12448339" y="2344513"/>
            <a:ext cx="274441" cy="3166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92" name="右箭头 189">
            <a:extLst>
              <a:ext uri="{FF2B5EF4-FFF2-40B4-BE49-F238E27FC236}">
                <a16:creationId xmlns:a16="http://schemas.microsoft.com/office/drawing/2014/main" id="{378D2971-84E7-6B8B-B027-93BB0CCC1F39}"/>
              </a:ext>
            </a:extLst>
          </p:cNvPr>
          <p:cNvSpPr/>
          <p:nvPr/>
        </p:nvSpPr>
        <p:spPr>
          <a:xfrm>
            <a:off x="16025057" y="3010174"/>
            <a:ext cx="274441" cy="3166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96" name="右箭头 189">
            <a:extLst>
              <a:ext uri="{FF2B5EF4-FFF2-40B4-BE49-F238E27FC236}">
                <a16:creationId xmlns:a16="http://schemas.microsoft.com/office/drawing/2014/main" id="{2D47C4B8-9331-EE70-6A51-40362BD61D27}"/>
              </a:ext>
            </a:extLst>
          </p:cNvPr>
          <p:cNvSpPr/>
          <p:nvPr/>
        </p:nvSpPr>
        <p:spPr>
          <a:xfrm>
            <a:off x="4078103" y="8730298"/>
            <a:ext cx="274441" cy="3166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98" name="右箭头 189">
            <a:extLst>
              <a:ext uri="{FF2B5EF4-FFF2-40B4-BE49-F238E27FC236}">
                <a16:creationId xmlns:a16="http://schemas.microsoft.com/office/drawing/2014/main" id="{4AAC0BF1-5C71-B89D-EF31-946E11E7846C}"/>
              </a:ext>
            </a:extLst>
          </p:cNvPr>
          <p:cNvSpPr/>
          <p:nvPr/>
        </p:nvSpPr>
        <p:spPr>
          <a:xfrm>
            <a:off x="13445430" y="2963502"/>
            <a:ext cx="274441" cy="3166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00" name="右箭头 189">
            <a:extLst>
              <a:ext uri="{FF2B5EF4-FFF2-40B4-BE49-F238E27FC236}">
                <a16:creationId xmlns:a16="http://schemas.microsoft.com/office/drawing/2014/main" id="{0F0765DA-5CD7-5CAD-8F6E-69A4FA6E7C43}"/>
              </a:ext>
            </a:extLst>
          </p:cNvPr>
          <p:cNvSpPr/>
          <p:nvPr/>
        </p:nvSpPr>
        <p:spPr>
          <a:xfrm>
            <a:off x="13473113" y="1598778"/>
            <a:ext cx="274441" cy="3166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02" name="右箭头 189">
            <a:extLst>
              <a:ext uri="{FF2B5EF4-FFF2-40B4-BE49-F238E27FC236}">
                <a16:creationId xmlns:a16="http://schemas.microsoft.com/office/drawing/2014/main" id="{DF834FC6-C27B-FDB2-A005-66736183B955}"/>
              </a:ext>
            </a:extLst>
          </p:cNvPr>
          <p:cNvSpPr/>
          <p:nvPr/>
        </p:nvSpPr>
        <p:spPr>
          <a:xfrm>
            <a:off x="16025057" y="1577340"/>
            <a:ext cx="274441" cy="3166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04" name="右箭头 189">
            <a:extLst>
              <a:ext uri="{FF2B5EF4-FFF2-40B4-BE49-F238E27FC236}">
                <a16:creationId xmlns:a16="http://schemas.microsoft.com/office/drawing/2014/main" id="{2C2F9543-12AF-C6AF-CB66-EBD82C8367F3}"/>
              </a:ext>
            </a:extLst>
          </p:cNvPr>
          <p:cNvSpPr/>
          <p:nvPr/>
        </p:nvSpPr>
        <p:spPr>
          <a:xfrm>
            <a:off x="4095575" y="7519765"/>
            <a:ext cx="274441" cy="3166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06" name="右箭头 189">
            <a:extLst>
              <a:ext uri="{FF2B5EF4-FFF2-40B4-BE49-F238E27FC236}">
                <a16:creationId xmlns:a16="http://schemas.microsoft.com/office/drawing/2014/main" id="{C919BD43-A4C4-B618-697A-294675D3C704}"/>
              </a:ext>
            </a:extLst>
          </p:cNvPr>
          <p:cNvSpPr/>
          <p:nvPr/>
        </p:nvSpPr>
        <p:spPr>
          <a:xfrm>
            <a:off x="4106726" y="6211304"/>
            <a:ext cx="274441" cy="3166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10" name="Element 165">
            <a:extLst>
              <a:ext uri="{FF2B5EF4-FFF2-40B4-BE49-F238E27FC236}">
                <a16:creationId xmlns:a16="http://schemas.microsoft.com/office/drawing/2014/main" id="{059C8A6D-5FD9-6CE9-CDED-8254BDBB7BD2}"/>
              </a:ext>
            </a:extLst>
          </p:cNvPr>
          <p:cNvSpPr/>
          <p:nvPr/>
        </p:nvSpPr>
        <p:spPr>
          <a:xfrm>
            <a:off x="7235589" y="6584949"/>
            <a:ext cx="436449" cy="518378"/>
          </a:xfrm>
          <a:prstGeom prst="rightArrow">
            <a:avLst/>
          </a:prstGeom>
          <a:solidFill>
            <a:srgbClr val="173D6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2" name="Element 165">
            <a:extLst>
              <a:ext uri="{FF2B5EF4-FFF2-40B4-BE49-F238E27FC236}">
                <a16:creationId xmlns:a16="http://schemas.microsoft.com/office/drawing/2014/main" id="{F899828B-F930-0B26-2031-D22491EBC488}"/>
              </a:ext>
            </a:extLst>
          </p:cNvPr>
          <p:cNvSpPr/>
          <p:nvPr/>
        </p:nvSpPr>
        <p:spPr>
          <a:xfrm>
            <a:off x="12071032" y="6553163"/>
            <a:ext cx="436449" cy="518378"/>
          </a:xfrm>
          <a:prstGeom prst="rightArrow">
            <a:avLst/>
          </a:prstGeom>
          <a:solidFill>
            <a:srgbClr val="173D6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89231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337</Words>
  <Application>Microsoft Office PowerPoint</Application>
  <DocSecurity>0</DocSecurity>
  <PresentationFormat>自定义</PresentationFormat>
  <Paragraphs>102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宋体</vt:lpstr>
      <vt:lpstr>Calibri</vt:lpstr>
      <vt:lpstr>Cambria Math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宏彬 胡</cp:lastModifiedBy>
  <cp:revision>36</cp:revision>
  <dcterms:created xsi:type="dcterms:W3CDTF">2026-09-20T12:41:13Z</dcterms:created>
  <dcterms:modified xsi:type="dcterms:W3CDTF">2026-09-20T13:29:07Z</dcterms:modified>
</cp:coreProperties>
</file>