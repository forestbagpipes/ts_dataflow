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616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9704F"/>
                </a:solidFill>
                <a:latin typeface="Helvetica"/>
              </a:rPr>
              <a:t>Offline  (TRAIN only — the only place a future is read)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800" y="1905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895350" y="2523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Complete historical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895350" y="3399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(X_i, y_i); its 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895350" y="4275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is already legal history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12850" y="4064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308100" y="1905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950" y="2523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Inject the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3399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missingness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4275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-&gt; controlled incomplete context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70150" y="4064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65400" y="1905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19250" y="2523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Execute every legal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9250" y="3399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with the frozen forecaster F;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9250" y="4275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record L[i,a] and r[i,a]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27450" y="4064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822700" y="1905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550" y="2523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Counterfactual replay 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6550" y="3399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B = {(z[i], a, L[i,a])}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6550" y="4275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frozen once, read-only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800" y="711200"/>
            <a:ext cx="4927600" cy="0"/>
          </a:xfrm>
          <a:prstGeom prst="line">
            <a:avLst/>
          </a:prstGeom>
          <a:ln w="889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90600" y="6855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AD2B2B"/>
                </a:solidFill>
                <a:latin typeface="Helvetica"/>
              </a:rPr>
              <a:t>no future target crosses this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1473200" y="81153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15499"/>
                </a:solidFill>
                <a:latin typeface="Helvetica"/>
              </a:rPr>
              <a:t>Online  (deployment — no future is available)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" y="9906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-895350" y="10524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Incomplete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-895350" y="11400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(X, M) at the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895350" y="12276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forecast origin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12850" y="12065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308100" y="9906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950" y="10524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Observable state 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11400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episode + intervention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950" y="12276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state; no forecast read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470150" y="12065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565400" y="9906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19250" y="10524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Regret-aware scoring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19250" y="11400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S[a] over the frozen bank;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19250" y="12276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a* = argmax S[a]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727450" y="12065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822700" y="9906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76550" y="10524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Frozen TSFM, one call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76550" y="11400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F(X[a*]) is returned;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76550" y="12276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KEEP is one of the arms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8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-10033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KEEP a0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14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-127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FFILL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0320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79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Single TS-ICL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26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685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Multi TS-ICL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0132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591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Context Ridge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-1473200" y="1717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action catalog A: fixed and closed; KEEP is a normal arm, not an exception path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800" y="1905000"/>
            <a:ext cx="4927600" cy="431800"/>
          </a:xfrm>
          <a:prstGeom prst="roundRect">
            <a:avLst>
              <a:gd name="adj" fmla="val 322"/>
            </a:avLst>
          </a:prstGeom>
          <a:solidFill>
            <a:srgbClr val="F0F0F3"/>
          </a:solidFill>
          <a:ln w="762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-1397000" y="19267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1" i="0">
                <a:solidFill>
                  <a:srgbClr val="215499"/>
                </a:solidFill>
                <a:latin typeface="Helvetica"/>
              </a:rPr>
              <a:t>Episode state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-660400" y="19335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missing ratio, run structure, distance to origin, pattern, visible-context summary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-1397000" y="20918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1" i="0">
                <a:solidFill>
                  <a:srgbClr val="215499"/>
                </a:solidFill>
                <a:latin typeface="Helvetica"/>
              </a:rPr>
              <a:t>Intervention state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-660400" y="2098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action identity, fraction of entries changed, change near the forecast origin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0600" y="23746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9704F"/>
                </a:solidFill>
                <a:latin typeface="Helvetica"/>
              </a:rPr>
              <a:t>the returned forecast always comes from exactly one executed input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